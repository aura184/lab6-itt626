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6858000" cx="12192000"/>
  <p:notesSz cx="6858000" cy="9144000"/>
  <p:embeddedFontLst>
    <p:embeddedFont>
      <p:font typeface="Lato"/>
      <p:regular r:id="rId15"/>
      <p:bold r:id="rId16"/>
      <p:italic r:id="rId17"/>
      <p:boldItalic r:id="rId18"/>
    </p:embeddedFont>
    <p:embeddedFont>
      <p:font typeface="Lato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BpqTPmOt5TwyBfeuP+V7NGYZz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66D938-565D-42B1-8FE3-65CAB3F18364}">
  <a:tblStyle styleId="{7C66D938-565D-42B1-8FE3-65CAB3F18364}" styleName="Table_0">
    <a:wholeTbl>
      <a:tcTxStyle b="off" i="off">
        <a:font>
          <a:latin typeface="Lato Light"/>
          <a:ea typeface="Lato Light"/>
          <a:cs typeface="Lato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F3F9"/>
          </a:solidFill>
        </a:fill>
      </a:tcStyle>
    </a:wholeTbl>
    <a:band1H>
      <a:tcTxStyle b="off" i="off"/>
      <a:tcStyle>
        <a:fill>
          <a:solidFill>
            <a:srgbClr val="D3E6F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3E6F2"/>
          </a:solidFill>
        </a:fill>
      </a:tcStyle>
    </a:band1V>
    <a:band2V>
      <a:tcTxStyle b="off" i="off"/>
    </a:band2V>
    <a:la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Lato Light"/>
          <a:ea typeface="Lato Light"/>
          <a:cs typeface="Lato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Lato Light"/>
          <a:ea typeface="Lato Light"/>
          <a:cs typeface="Lato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LatoLight-bold.fntdata"/><Relationship Id="rId22" Type="http://schemas.openxmlformats.org/officeDocument/2006/relationships/font" Target="fonts/LatoLight-boldItalic.fntdata"/><Relationship Id="rId21" Type="http://schemas.openxmlformats.org/officeDocument/2006/relationships/font" Target="fonts/LatoLight-italic.fntdata"/><Relationship Id="rId23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Lato-regular.fntdata"/><Relationship Id="rId14" Type="http://schemas.openxmlformats.org/officeDocument/2006/relationships/slide" Target="slides/slide7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9" Type="http://schemas.openxmlformats.org/officeDocument/2006/relationships/font" Target="fonts/LatoLight-regular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5" name="Google Shape;6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6" name="Google Shape;6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dd41a2ed2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3" name="Google Shape;633;g3dd41a2ed2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dd41a2ed2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0" name="Google Shape;640;g3dd41a2ed2c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dd41a2ed2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7" name="Google Shape;647;g3dd41a2ed2c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dd41a2ed2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4" name="Google Shape;654;g3dd41a2ed2c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741892" y="1500614"/>
            <a:ext cx="10708216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810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indent="-3810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indent="-364046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2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741892" y="1500614"/>
            <a:ext cx="10708216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810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indent="-3810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indent="-364046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2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itl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ctrTitle"/>
          </p:nvPr>
        </p:nvSpPr>
        <p:spPr>
          <a:xfrm>
            <a:off x="749300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Lato Light"/>
              <a:buNone/>
              <a:defRPr sz="3733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" type="subTitle"/>
          </p:nvPr>
        </p:nvSpPr>
        <p:spPr>
          <a:xfrm>
            <a:off x="749300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Title">
  <p:cSld name="Grey Titl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/>
        </p:nvSpPr>
        <p:spPr>
          <a:xfrm>
            <a:off x="0" y="0"/>
            <a:ext cx="12192000" cy="644235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7" name="Google Shape;107;p25"/>
          <p:cNvSpPr txBox="1"/>
          <p:nvPr>
            <p:ph type="ctrTitle"/>
          </p:nvPr>
        </p:nvSpPr>
        <p:spPr>
          <a:xfrm>
            <a:off x="751417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Lato Light"/>
              <a:buNone/>
              <a:defRPr sz="3733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751417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ight Title">
  <p:cSld name="1_Light Title">
    <p:bg>
      <p:bgPr>
        <a:solidFill>
          <a:schemeClr val="accen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749300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749300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12" name="Google Shape;112;p26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2D9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Light Title">
  <p:cSld name="2_Light Title">
    <p:bg>
      <p:bgPr>
        <a:solidFill>
          <a:schemeClr val="accent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ctrTitle"/>
          </p:nvPr>
        </p:nvSpPr>
        <p:spPr>
          <a:xfrm>
            <a:off x="749300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" type="subTitle"/>
          </p:nvPr>
        </p:nvSpPr>
        <p:spPr>
          <a:xfrm>
            <a:off x="749300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C287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Light Title">
  <p:cSld name="3_Light Title">
    <p:bg>
      <p:bgPr>
        <a:solidFill>
          <a:schemeClr val="accent3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ctrTitle"/>
          </p:nvPr>
        </p:nvSpPr>
        <p:spPr>
          <a:xfrm>
            <a:off x="749300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" type="subTitle"/>
          </p:nvPr>
        </p:nvSpPr>
        <p:spPr>
          <a:xfrm>
            <a:off x="749300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20" name="Google Shape;120;p28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849F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Light Title">
  <p:cSld name="4_Light Title">
    <p:bg>
      <p:bgPr>
        <a:solidFill>
          <a:schemeClr val="accent4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type="ctrTitle"/>
          </p:nvPr>
        </p:nvSpPr>
        <p:spPr>
          <a:xfrm>
            <a:off x="749300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" type="subTitle"/>
          </p:nvPr>
        </p:nvSpPr>
        <p:spPr>
          <a:xfrm>
            <a:off x="749300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24" name="Google Shape;124;p29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AB2E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Light Title">
  <p:cSld name="5_Light Title">
    <p:bg>
      <p:bgPr>
        <a:solidFill>
          <a:schemeClr val="accent5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ctrTitle"/>
          </p:nvPr>
        </p:nvSpPr>
        <p:spPr>
          <a:xfrm>
            <a:off x="749300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" type="subTitle"/>
          </p:nvPr>
        </p:nvSpPr>
        <p:spPr>
          <a:xfrm>
            <a:off x="749300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28" name="Google Shape;128;p30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50AE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Light Title">
  <p:cSld name="6_Light Title">
    <p:bg>
      <p:bgPr>
        <a:solidFill>
          <a:schemeClr val="accent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ctrTitle"/>
          </p:nvPr>
        </p:nvSpPr>
        <p:spPr>
          <a:xfrm>
            <a:off x="749300" y="197852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" type="subTitle"/>
          </p:nvPr>
        </p:nvSpPr>
        <p:spPr>
          <a:xfrm>
            <a:off x="749300" y="345335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32" name="Google Shape;132;p31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296B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cial title">
  <p:cSld name="Special titl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ctrTitle"/>
          </p:nvPr>
        </p:nvSpPr>
        <p:spPr>
          <a:xfrm>
            <a:off x="749300" y="1236546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Lato Light"/>
              <a:buNone/>
              <a:defRPr sz="3733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1" type="subTitle"/>
          </p:nvPr>
        </p:nvSpPr>
        <p:spPr>
          <a:xfrm>
            <a:off x="749300" y="3404073"/>
            <a:ext cx="10693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cxnSp>
        <p:nvCxnSpPr>
          <p:cNvPr id="136" name="Google Shape;136;p32"/>
          <p:cNvCxnSpPr/>
          <p:nvPr/>
        </p:nvCxnSpPr>
        <p:spPr>
          <a:xfrm>
            <a:off x="782110" y="3073875"/>
            <a:ext cx="10627783" cy="0"/>
          </a:xfrm>
          <a:prstGeom prst="straightConnector1">
            <a:avLst/>
          </a:prstGeom>
          <a:noFill/>
          <a:ln cap="flat" cmpd="sng" w="107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7" name="Google Shape;137;p32"/>
          <p:cNvGrpSpPr/>
          <p:nvPr/>
        </p:nvGrpSpPr>
        <p:grpSpPr>
          <a:xfrm>
            <a:off x="5767414" y="2752134"/>
            <a:ext cx="657172" cy="657172"/>
            <a:chOff x="4302937" y="2322252"/>
            <a:chExt cx="769035" cy="769035"/>
          </a:xfrm>
        </p:grpSpPr>
        <p:sp>
          <p:nvSpPr>
            <p:cNvPr id="138" name="Google Shape;138;p32"/>
            <p:cNvSpPr/>
            <p:nvPr/>
          </p:nvSpPr>
          <p:spPr>
            <a:xfrm>
              <a:off x="4413750" y="2433065"/>
              <a:ext cx="547410" cy="5474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39" name="Google Shape;139;p32"/>
            <p:cNvSpPr/>
            <p:nvPr/>
          </p:nvSpPr>
          <p:spPr>
            <a:xfrm>
              <a:off x="4517676" y="2536991"/>
              <a:ext cx="339558" cy="339558"/>
            </a:xfrm>
            <a:prstGeom prst="ellipse">
              <a:avLst/>
            </a:prstGeom>
            <a:solidFill>
              <a:schemeClr val="dk2"/>
            </a:solidFill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0" name="Google Shape;140;p32"/>
            <p:cNvSpPr/>
            <p:nvPr/>
          </p:nvSpPr>
          <p:spPr>
            <a:xfrm rot="2700000">
              <a:off x="4415560" y="2434875"/>
              <a:ext cx="543790" cy="54379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07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41" name="Google Shape;141;p32"/>
            <p:cNvSpPr/>
            <p:nvPr/>
          </p:nvSpPr>
          <p:spPr>
            <a:xfrm flipH="1" rot="-2700000">
              <a:off x="4415560" y="2434875"/>
              <a:ext cx="543790" cy="54379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07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nifesto">
  <p:cSld name="Manifesto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3"/>
          <p:cNvSpPr/>
          <p:nvPr/>
        </p:nvSpPr>
        <p:spPr>
          <a:xfrm>
            <a:off x="0" y="-307873"/>
            <a:ext cx="12192000" cy="3578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4" name="Google Shape;144;p33"/>
          <p:cNvSpPr txBox="1"/>
          <p:nvPr>
            <p:ph type="ctrTitle"/>
          </p:nvPr>
        </p:nvSpPr>
        <p:spPr>
          <a:xfrm>
            <a:off x="749300" y="1791773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b="0"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subTitle"/>
          </p:nvPr>
        </p:nvSpPr>
        <p:spPr>
          <a:xfrm>
            <a:off x="749300" y="3316647"/>
            <a:ext cx="10693400" cy="2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b="0" i="0"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2" type="body"/>
          </p:nvPr>
        </p:nvSpPr>
        <p:spPr>
          <a:xfrm>
            <a:off x="751417" y="-307873"/>
            <a:ext cx="3220219" cy="1693328"/>
          </a:xfrm>
          <a:prstGeom prst="rect">
            <a:avLst/>
          </a:prstGeom>
          <a:solidFill>
            <a:srgbClr val="2D98C8"/>
          </a:solidFill>
          <a:ln>
            <a:noFill/>
          </a:ln>
        </p:spPr>
        <p:txBody>
          <a:bodyPr anchorCtr="0" anchor="b" bIns="73150" lIns="91425" spcFirstLastPara="1" rIns="91425" wrap="square" tIns="7315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anifesto">
  <p:cSld name="1_Manifesto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/>
          <p:nvPr/>
        </p:nvSpPr>
        <p:spPr>
          <a:xfrm>
            <a:off x="0" y="-307873"/>
            <a:ext cx="12192000" cy="35783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9" name="Google Shape;149;p34"/>
          <p:cNvSpPr txBox="1"/>
          <p:nvPr>
            <p:ph type="ctrTitle"/>
          </p:nvPr>
        </p:nvSpPr>
        <p:spPr>
          <a:xfrm>
            <a:off x="749300" y="1791773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b="0"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" type="subTitle"/>
          </p:nvPr>
        </p:nvSpPr>
        <p:spPr>
          <a:xfrm>
            <a:off x="749300" y="3316647"/>
            <a:ext cx="10693400" cy="2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b="0" i="0"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51" name="Google Shape;151;p34"/>
          <p:cNvSpPr txBox="1"/>
          <p:nvPr>
            <p:ph idx="2" type="body"/>
          </p:nvPr>
        </p:nvSpPr>
        <p:spPr>
          <a:xfrm>
            <a:off x="751417" y="-307873"/>
            <a:ext cx="3220219" cy="1693328"/>
          </a:xfrm>
          <a:prstGeom prst="rect">
            <a:avLst/>
          </a:prstGeom>
          <a:solidFill>
            <a:srgbClr val="C2870F"/>
          </a:solidFill>
          <a:ln>
            <a:noFill/>
          </a:ln>
        </p:spPr>
        <p:txBody>
          <a:bodyPr anchorCtr="0" anchor="b" bIns="73150" lIns="91425" spcFirstLastPara="1" rIns="91425" wrap="square" tIns="7315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4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Manifesto">
  <p:cSld name="2_Manifesto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/>
          <p:nvPr/>
        </p:nvSpPr>
        <p:spPr>
          <a:xfrm>
            <a:off x="0" y="-307873"/>
            <a:ext cx="12192000" cy="35783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55" name="Google Shape;155;p35"/>
          <p:cNvSpPr txBox="1"/>
          <p:nvPr>
            <p:ph type="ctrTitle"/>
          </p:nvPr>
        </p:nvSpPr>
        <p:spPr>
          <a:xfrm>
            <a:off x="749300" y="1791773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b="0"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" type="subTitle"/>
          </p:nvPr>
        </p:nvSpPr>
        <p:spPr>
          <a:xfrm>
            <a:off x="749300" y="3316647"/>
            <a:ext cx="10693400" cy="2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b="0" i="0"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57" name="Google Shape;157;p35"/>
          <p:cNvSpPr txBox="1"/>
          <p:nvPr>
            <p:ph idx="2" type="body"/>
          </p:nvPr>
        </p:nvSpPr>
        <p:spPr>
          <a:xfrm>
            <a:off x="751417" y="-307873"/>
            <a:ext cx="3220219" cy="1693328"/>
          </a:xfrm>
          <a:prstGeom prst="rect">
            <a:avLst/>
          </a:prstGeom>
          <a:solidFill>
            <a:srgbClr val="849F2E"/>
          </a:solidFill>
          <a:ln>
            <a:noFill/>
          </a:ln>
        </p:spPr>
        <p:txBody>
          <a:bodyPr anchorCtr="0" anchor="b" bIns="73150" lIns="91425" spcFirstLastPara="1" rIns="91425" wrap="square" tIns="7315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35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Manifesto">
  <p:cSld name="3_Manifesto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6"/>
          <p:cNvSpPr/>
          <p:nvPr/>
        </p:nvSpPr>
        <p:spPr>
          <a:xfrm>
            <a:off x="0" y="-307873"/>
            <a:ext cx="12192000" cy="35783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61" name="Google Shape;161;p36"/>
          <p:cNvSpPr txBox="1"/>
          <p:nvPr>
            <p:ph type="ctrTitle"/>
          </p:nvPr>
        </p:nvSpPr>
        <p:spPr>
          <a:xfrm>
            <a:off x="749300" y="1791773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b="0"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6"/>
          <p:cNvSpPr txBox="1"/>
          <p:nvPr>
            <p:ph idx="1" type="subTitle"/>
          </p:nvPr>
        </p:nvSpPr>
        <p:spPr>
          <a:xfrm>
            <a:off x="749300" y="3316647"/>
            <a:ext cx="10693400" cy="2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b="0" i="0"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63" name="Google Shape;163;p36"/>
          <p:cNvSpPr txBox="1"/>
          <p:nvPr>
            <p:ph idx="2" type="body"/>
          </p:nvPr>
        </p:nvSpPr>
        <p:spPr>
          <a:xfrm>
            <a:off x="751417" y="-307873"/>
            <a:ext cx="3220219" cy="1693328"/>
          </a:xfrm>
          <a:prstGeom prst="rect">
            <a:avLst/>
          </a:prstGeom>
          <a:solidFill>
            <a:srgbClr val="AB2E34"/>
          </a:solidFill>
          <a:ln>
            <a:noFill/>
          </a:ln>
        </p:spPr>
        <p:txBody>
          <a:bodyPr anchorCtr="0" anchor="b" bIns="73150" lIns="91425" spcFirstLastPara="1" rIns="91425" wrap="square" tIns="7315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6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Manifesto">
  <p:cSld name="4_Manifesto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/>
          <p:cNvSpPr/>
          <p:nvPr/>
        </p:nvSpPr>
        <p:spPr>
          <a:xfrm>
            <a:off x="0" y="-307873"/>
            <a:ext cx="12192000" cy="35783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67" name="Google Shape;167;p37"/>
          <p:cNvSpPr txBox="1"/>
          <p:nvPr>
            <p:ph type="ctrTitle"/>
          </p:nvPr>
        </p:nvSpPr>
        <p:spPr>
          <a:xfrm>
            <a:off x="749300" y="1791773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b="0"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7"/>
          <p:cNvSpPr txBox="1"/>
          <p:nvPr>
            <p:ph idx="1" type="subTitle"/>
          </p:nvPr>
        </p:nvSpPr>
        <p:spPr>
          <a:xfrm>
            <a:off x="749300" y="3316647"/>
            <a:ext cx="10693400" cy="2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b="0" i="0"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69" name="Google Shape;169;p37"/>
          <p:cNvSpPr txBox="1"/>
          <p:nvPr>
            <p:ph idx="2" type="body"/>
          </p:nvPr>
        </p:nvSpPr>
        <p:spPr>
          <a:xfrm>
            <a:off x="751417" y="-307873"/>
            <a:ext cx="3220219" cy="1693328"/>
          </a:xfrm>
          <a:prstGeom prst="rect">
            <a:avLst/>
          </a:prstGeom>
          <a:solidFill>
            <a:srgbClr val="50AEB2"/>
          </a:solidFill>
          <a:ln>
            <a:noFill/>
          </a:ln>
        </p:spPr>
        <p:txBody>
          <a:bodyPr anchorCtr="0" anchor="b" bIns="73150" lIns="91425" spcFirstLastPara="1" rIns="91425" wrap="square" tIns="7315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37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anifesto">
  <p:cSld name="5_Manifesto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8"/>
          <p:cNvSpPr/>
          <p:nvPr/>
        </p:nvSpPr>
        <p:spPr>
          <a:xfrm>
            <a:off x="0" y="-307873"/>
            <a:ext cx="12192000" cy="35783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" name="Google Shape;173;p38"/>
          <p:cNvSpPr txBox="1"/>
          <p:nvPr>
            <p:ph type="ctrTitle"/>
          </p:nvPr>
        </p:nvSpPr>
        <p:spPr>
          <a:xfrm>
            <a:off x="749300" y="1791773"/>
            <a:ext cx="10693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Font typeface="Lato Light"/>
              <a:buNone/>
              <a:defRPr b="0" sz="3733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8"/>
          <p:cNvSpPr txBox="1"/>
          <p:nvPr>
            <p:ph idx="1" type="subTitle"/>
          </p:nvPr>
        </p:nvSpPr>
        <p:spPr>
          <a:xfrm>
            <a:off x="749300" y="3316647"/>
            <a:ext cx="10693400" cy="2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b="0" i="0"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BEBEBE"/>
                </a:solidFill>
              </a:defRPr>
            </a:lvl2pPr>
            <a:lvl3pPr lvl="2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BEBEBE"/>
                </a:solidFill>
              </a:defRPr>
            </a:lvl3pPr>
            <a:lvl4pPr lvl="3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4pPr>
            <a:lvl5pPr lvl="4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BEBEBE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BEBEBE"/>
              </a:buClr>
              <a:buSzPts val="2667"/>
              <a:buNone/>
              <a:defRPr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75" name="Google Shape;175;p38"/>
          <p:cNvSpPr txBox="1"/>
          <p:nvPr>
            <p:ph idx="2" type="body"/>
          </p:nvPr>
        </p:nvSpPr>
        <p:spPr>
          <a:xfrm>
            <a:off x="751417" y="-307873"/>
            <a:ext cx="3220219" cy="1693328"/>
          </a:xfrm>
          <a:prstGeom prst="rect">
            <a:avLst/>
          </a:prstGeom>
          <a:solidFill>
            <a:srgbClr val="296B45"/>
          </a:solidFill>
          <a:ln>
            <a:noFill/>
          </a:ln>
        </p:spPr>
        <p:txBody>
          <a:bodyPr anchorCtr="0" anchor="b" bIns="73150" lIns="91425" spcFirstLastPara="1" rIns="91425" wrap="square" tIns="7315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38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9"/>
          <p:cNvSpPr txBox="1"/>
          <p:nvPr>
            <p:ph type="title"/>
          </p:nvPr>
        </p:nvSpPr>
        <p:spPr>
          <a:xfrm>
            <a:off x="749300" y="3725864"/>
            <a:ext cx="10693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Lato Light"/>
              <a:buNone/>
              <a:defRPr b="0" sz="3733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9"/>
          <p:cNvSpPr txBox="1"/>
          <p:nvPr>
            <p:ph idx="1" type="body"/>
          </p:nvPr>
        </p:nvSpPr>
        <p:spPr>
          <a:xfrm>
            <a:off x="749300" y="2225676"/>
            <a:ext cx="10693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solidFill>
          <a:schemeClr val="accen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/>
          <p:nvPr>
            <p:ph type="title"/>
          </p:nvPr>
        </p:nvSpPr>
        <p:spPr>
          <a:xfrm>
            <a:off x="749300" y="3827464"/>
            <a:ext cx="10693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33"/>
              <a:buFont typeface="Lato Light"/>
              <a:buNone/>
              <a:defRPr b="0" sz="5333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0"/>
          <p:cNvSpPr txBox="1"/>
          <p:nvPr>
            <p:ph idx="1" type="body"/>
          </p:nvPr>
        </p:nvSpPr>
        <p:spPr>
          <a:xfrm>
            <a:off x="749300" y="5168118"/>
            <a:ext cx="10693400" cy="30187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sp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83" name="Google Shape;183;p40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ction Header">
  <p:cSld name="6_Section Header">
    <p:bg>
      <p:bgPr>
        <a:solidFill>
          <a:schemeClr val="accen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1"/>
          <p:cNvSpPr txBox="1"/>
          <p:nvPr>
            <p:ph type="title"/>
          </p:nvPr>
        </p:nvSpPr>
        <p:spPr>
          <a:xfrm>
            <a:off x="3657601" y="2406317"/>
            <a:ext cx="7785100" cy="27474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33"/>
              <a:buFont typeface="Lato Light"/>
              <a:buNone/>
              <a:defRPr b="0" sz="5333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1"/>
          <p:cNvSpPr txBox="1"/>
          <p:nvPr>
            <p:ph idx="1" type="body"/>
          </p:nvPr>
        </p:nvSpPr>
        <p:spPr>
          <a:xfrm>
            <a:off x="3657601" y="5156377"/>
            <a:ext cx="778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87" name="Google Shape;187;p41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 txBox="1"/>
          <p:nvPr>
            <p:ph type="title"/>
          </p:nvPr>
        </p:nvSpPr>
        <p:spPr>
          <a:xfrm>
            <a:off x="3657601" y="2406317"/>
            <a:ext cx="7785100" cy="27474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33"/>
              <a:buFont typeface="Lato Light"/>
              <a:buNone/>
              <a:defRPr b="0" sz="5333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2"/>
          <p:cNvSpPr txBox="1"/>
          <p:nvPr>
            <p:ph idx="1" type="body"/>
          </p:nvPr>
        </p:nvSpPr>
        <p:spPr>
          <a:xfrm>
            <a:off x="3657601" y="5156377"/>
            <a:ext cx="778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91" name="Google Shape;191;p42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/>
          <p:nvPr>
            <p:ph type="title"/>
          </p:nvPr>
        </p:nvSpPr>
        <p:spPr>
          <a:xfrm>
            <a:off x="3657601" y="2406317"/>
            <a:ext cx="7785100" cy="27474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33"/>
              <a:buFont typeface="Lato Light"/>
              <a:buNone/>
              <a:defRPr b="0" sz="5333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3"/>
          <p:cNvSpPr txBox="1"/>
          <p:nvPr>
            <p:ph idx="1" type="body"/>
          </p:nvPr>
        </p:nvSpPr>
        <p:spPr>
          <a:xfrm>
            <a:off x="3657601" y="5156377"/>
            <a:ext cx="778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95" name="Google Shape;195;p43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bg>
      <p:bgPr>
        <a:solidFill>
          <a:schemeClr val="accent4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4"/>
          <p:cNvSpPr txBox="1"/>
          <p:nvPr>
            <p:ph type="title"/>
          </p:nvPr>
        </p:nvSpPr>
        <p:spPr>
          <a:xfrm>
            <a:off x="3657601" y="2406317"/>
            <a:ext cx="7785100" cy="27474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33"/>
              <a:buFont typeface="Lato Light"/>
              <a:buNone/>
              <a:defRPr b="0" sz="5333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4"/>
          <p:cNvSpPr txBox="1"/>
          <p:nvPr>
            <p:ph idx="1" type="body"/>
          </p:nvPr>
        </p:nvSpPr>
        <p:spPr>
          <a:xfrm>
            <a:off x="3657601" y="5156377"/>
            <a:ext cx="778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199" name="Google Shape;199;p44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Header">
  <p:cSld name="5_Section Header">
    <p:bg>
      <p:bgPr>
        <a:solidFill>
          <a:schemeClr val="accent5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5"/>
          <p:cNvSpPr txBox="1"/>
          <p:nvPr>
            <p:ph type="title"/>
          </p:nvPr>
        </p:nvSpPr>
        <p:spPr>
          <a:xfrm>
            <a:off x="3657601" y="2406317"/>
            <a:ext cx="7785100" cy="27474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33"/>
              <a:buFont typeface="Lato Light"/>
              <a:buNone/>
              <a:defRPr b="0" sz="5333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5"/>
          <p:cNvSpPr txBox="1"/>
          <p:nvPr>
            <p:ph idx="1" type="body"/>
          </p:nvPr>
        </p:nvSpPr>
        <p:spPr>
          <a:xfrm>
            <a:off x="3657601" y="5156377"/>
            <a:ext cx="778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203" name="Google Shape;203;p45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Section Header">
  <p:cSld name="7_Section Header">
    <p:bg>
      <p:bgPr>
        <a:solidFill>
          <a:schemeClr val="accent6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6"/>
          <p:cNvSpPr txBox="1"/>
          <p:nvPr>
            <p:ph type="title"/>
          </p:nvPr>
        </p:nvSpPr>
        <p:spPr>
          <a:xfrm>
            <a:off x="3657601" y="2406317"/>
            <a:ext cx="7785100" cy="27474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33"/>
              <a:buFont typeface="Lato Light"/>
              <a:buNone/>
              <a:defRPr b="0" sz="5333" cap="none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" type="body"/>
          </p:nvPr>
        </p:nvSpPr>
        <p:spPr>
          <a:xfrm>
            <a:off x="3657601" y="5156377"/>
            <a:ext cx="778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dk2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BEBEBE"/>
                </a:solidFill>
              </a:defRPr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sz="2133">
                <a:solidFill>
                  <a:srgbClr val="BEBEBE"/>
                </a:solidFill>
              </a:defRPr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BEBEBE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BEBEBE"/>
              </a:buClr>
              <a:buSzPts val="1867"/>
              <a:buNone/>
              <a:defRPr sz="1867">
                <a:solidFill>
                  <a:srgbClr val="BEBEBE"/>
                </a:solidFill>
              </a:defRPr>
            </a:lvl9pPr>
          </a:lstStyle>
          <a:p/>
        </p:txBody>
      </p:sp>
      <p:sp>
        <p:nvSpPr>
          <p:cNvPr id="207" name="Google Shape;207;p46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rgbClr val="3131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harts and Captions">
  <p:cSld name="4 Charts and Captions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7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7"/>
          <p:cNvSpPr txBox="1"/>
          <p:nvPr>
            <p:ph idx="1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47"/>
          <p:cNvSpPr/>
          <p:nvPr>
            <p:ph idx="2" type="chart"/>
          </p:nvPr>
        </p:nvSpPr>
        <p:spPr>
          <a:xfrm>
            <a:off x="810684" y="1501775"/>
            <a:ext cx="2506133" cy="237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12" name="Google Shape;212;p47"/>
          <p:cNvSpPr/>
          <p:nvPr>
            <p:ph idx="3" type="chart"/>
          </p:nvPr>
        </p:nvSpPr>
        <p:spPr>
          <a:xfrm>
            <a:off x="3498146" y="1501775"/>
            <a:ext cx="2506133" cy="237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13" name="Google Shape;213;p47"/>
          <p:cNvSpPr/>
          <p:nvPr>
            <p:ph idx="4" type="chart"/>
          </p:nvPr>
        </p:nvSpPr>
        <p:spPr>
          <a:xfrm>
            <a:off x="6185607" y="1501775"/>
            <a:ext cx="2506133" cy="237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14" name="Google Shape;214;p47"/>
          <p:cNvSpPr/>
          <p:nvPr>
            <p:ph idx="5" type="chart"/>
          </p:nvPr>
        </p:nvSpPr>
        <p:spPr>
          <a:xfrm>
            <a:off x="8873067" y="1501775"/>
            <a:ext cx="2506133" cy="237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15" name="Google Shape;215;p47"/>
          <p:cNvSpPr txBox="1"/>
          <p:nvPr>
            <p:ph idx="6" type="body"/>
          </p:nvPr>
        </p:nvSpPr>
        <p:spPr>
          <a:xfrm>
            <a:off x="810684" y="3943351"/>
            <a:ext cx="2504019" cy="2166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ctr">
              <a:lnSpc>
                <a:spcPct val="92000"/>
              </a:lnSpc>
              <a:spcBef>
                <a:spcPts val="2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47"/>
          <p:cNvSpPr txBox="1"/>
          <p:nvPr>
            <p:ph idx="7" type="body"/>
          </p:nvPr>
        </p:nvSpPr>
        <p:spPr>
          <a:xfrm>
            <a:off x="3498851" y="3943351"/>
            <a:ext cx="2504019" cy="2166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ctr">
              <a:lnSpc>
                <a:spcPct val="92000"/>
              </a:lnSpc>
              <a:spcBef>
                <a:spcPts val="2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47"/>
          <p:cNvSpPr txBox="1"/>
          <p:nvPr>
            <p:ph idx="8" type="body"/>
          </p:nvPr>
        </p:nvSpPr>
        <p:spPr>
          <a:xfrm>
            <a:off x="6187017" y="3943351"/>
            <a:ext cx="2504019" cy="2166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ctr">
              <a:lnSpc>
                <a:spcPct val="92000"/>
              </a:lnSpc>
              <a:spcBef>
                <a:spcPts val="2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47"/>
          <p:cNvSpPr txBox="1"/>
          <p:nvPr>
            <p:ph idx="9" type="body"/>
          </p:nvPr>
        </p:nvSpPr>
        <p:spPr>
          <a:xfrm>
            <a:off x="8875183" y="3943351"/>
            <a:ext cx="2504019" cy="2166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ctr">
              <a:lnSpc>
                <a:spcPct val="92000"/>
              </a:lnSpc>
              <a:spcBef>
                <a:spcPts val="2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harts and Captions">
  <p:cSld name="3 Charts and Captions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8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8"/>
          <p:cNvSpPr txBox="1"/>
          <p:nvPr>
            <p:ph idx="1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48"/>
          <p:cNvSpPr/>
          <p:nvPr>
            <p:ph idx="2" type="chart"/>
          </p:nvPr>
        </p:nvSpPr>
        <p:spPr>
          <a:xfrm>
            <a:off x="810683" y="1501775"/>
            <a:ext cx="3415877" cy="237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23" name="Google Shape;223;p48"/>
          <p:cNvSpPr/>
          <p:nvPr>
            <p:ph idx="3" type="chart"/>
          </p:nvPr>
        </p:nvSpPr>
        <p:spPr>
          <a:xfrm>
            <a:off x="4387003" y="1501775"/>
            <a:ext cx="3415877" cy="237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24" name="Google Shape;224;p48"/>
          <p:cNvSpPr/>
          <p:nvPr>
            <p:ph idx="4" type="chart"/>
          </p:nvPr>
        </p:nvSpPr>
        <p:spPr>
          <a:xfrm>
            <a:off x="7963323" y="1501775"/>
            <a:ext cx="3415877" cy="2372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25" name="Google Shape;225;p48"/>
          <p:cNvSpPr txBox="1"/>
          <p:nvPr>
            <p:ph idx="5" type="body"/>
          </p:nvPr>
        </p:nvSpPr>
        <p:spPr>
          <a:xfrm>
            <a:off x="873761" y="3943351"/>
            <a:ext cx="3289723" cy="2166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ctr">
              <a:lnSpc>
                <a:spcPct val="92000"/>
              </a:lnSpc>
              <a:spcBef>
                <a:spcPts val="2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6" type="body"/>
          </p:nvPr>
        </p:nvSpPr>
        <p:spPr>
          <a:xfrm>
            <a:off x="4450080" y="3943351"/>
            <a:ext cx="3289723" cy="2166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ctr">
              <a:lnSpc>
                <a:spcPct val="92000"/>
              </a:lnSpc>
              <a:spcBef>
                <a:spcPts val="2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48"/>
          <p:cNvSpPr txBox="1"/>
          <p:nvPr>
            <p:ph idx="7" type="body"/>
          </p:nvPr>
        </p:nvSpPr>
        <p:spPr>
          <a:xfrm>
            <a:off x="8026401" y="3943351"/>
            <a:ext cx="3289723" cy="2166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ctr">
              <a:lnSpc>
                <a:spcPct val="92000"/>
              </a:lnSpc>
              <a:spcBef>
                <a:spcPts val="2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 and caption">
  <p:cSld name="Smart art and caption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9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9"/>
          <p:cNvSpPr txBox="1"/>
          <p:nvPr>
            <p:ph idx="1" type="body"/>
          </p:nvPr>
        </p:nvSpPr>
        <p:spPr>
          <a:xfrm>
            <a:off x="736601" y="4634497"/>
            <a:ext cx="10708216" cy="1215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indent="-3810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Font typeface="Arial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indent="-364046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Char char="•"/>
              <a:defRPr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49"/>
          <p:cNvSpPr/>
          <p:nvPr>
            <p:ph idx="2" type="dgm"/>
          </p:nvPr>
        </p:nvSpPr>
        <p:spPr>
          <a:xfrm>
            <a:off x="736601" y="1692331"/>
            <a:ext cx="10708217" cy="2942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232" name="Google Shape;232;p49"/>
          <p:cNvSpPr txBox="1"/>
          <p:nvPr>
            <p:ph idx="3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o Page">
  <p:cSld name="Bio P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0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50"/>
          <p:cNvSpPr txBox="1"/>
          <p:nvPr>
            <p:ph idx="1" type="body"/>
          </p:nvPr>
        </p:nvSpPr>
        <p:spPr>
          <a:xfrm>
            <a:off x="4902604" y="1500614"/>
            <a:ext cx="6542213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latin typeface="Lato Light"/>
                <a:ea typeface="Lato Light"/>
                <a:cs typeface="Lato Light"/>
                <a:sym typeface="Lato Light"/>
              </a:defRPr>
            </a:lvl1pPr>
            <a:lvl2pPr indent="-347155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Arial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2pPr>
            <a:lvl3pPr indent="-347155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 sz="1867"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50"/>
          <p:cNvSpPr/>
          <p:nvPr>
            <p:ph idx="2" type="pic"/>
          </p:nvPr>
        </p:nvSpPr>
        <p:spPr>
          <a:xfrm>
            <a:off x="-16127" y="1603667"/>
            <a:ext cx="4673600" cy="26630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50"/>
          <p:cNvSpPr txBox="1"/>
          <p:nvPr>
            <p:ph idx="3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io Page">
  <p:cSld name="1_Bio Page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1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51"/>
          <p:cNvSpPr txBox="1"/>
          <p:nvPr>
            <p:ph idx="1" type="body"/>
          </p:nvPr>
        </p:nvSpPr>
        <p:spPr>
          <a:xfrm>
            <a:off x="6328834" y="1500614"/>
            <a:ext cx="5115983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latin typeface="Lato Light"/>
                <a:ea typeface="Lato Light"/>
                <a:cs typeface="Lato Light"/>
                <a:sym typeface="Lato Light"/>
              </a:defRPr>
            </a:lvl1pPr>
            <a:lvl2pPr indent="-347155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Arial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2pPr>
            <a:lvl3pPr indent="-347155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 sz="1867"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1" name="Google Shape;241;p51"/>
          <p:cNvSpPr/>
          <p:nvPr>
            <p:ph idx="2" type="pic"/>
          </p:nvPr>
        </p:nvSpPr>
        <p:spPr>
          <a:xfrm>
            <a:off x="-16127" y="1603667"/>
            <a:ext cx="6027460" cy="34345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51"/>
          <p:cNvSpPr txBox="1"/>
          <p:nvPr>
            <p:ph idx="3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Left" showMasterSp="0">
  <p:cSld name="Image Lef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2"/>
          <p:cNvSpPr/>
          <p:nvPr>
            <p:ph idx="2" type="pic"/>
          </p:nvPr>
        </p:nvSpPr>
        <p:spPr>
          <a:xfrm>
            <a:off x="-16127" y="0"/>
            <a:ext cx="4541945" cy="688848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52"/>
          <p:cNvSpPr txBox="1"/>
          <p:nvPr>
            <p:ph type="title"/>
          </p:nvPr>
        </p:nvSpPr>
        <p:spPr>
          <a:xfrm>
            <a:off x="4902604" y="51313"/>
            <a:ext cx="6542213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52"/>
          <p:cNvSpPr txBox="1"/>
          <p:nvPr>
            <p:ph idx="1" type="body"/>
          </p:nvPr>
        </p:nvSpPr>
        <p:spPr>
          <a:xfrm>
            <a:off x="4902604" y="1500614"/>
            <a:ext cx="6542213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latin typeface="Lato Light"/>
                <a:ea typeface="Lato Light"/>
                <a:cs typeface="Lato Light"/>
                <a:sym typeface="Lato Light"/>
              </a:defRPr>
            </a:lvl1pPr>
            <a:lvl2pPr indent="-347155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Arial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2pPr>
            <a:lvl3pPr indent="-347155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 sz="1867"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52"/>
          <p:cNvSpPr txBox="1"/>
          <p:nvPr>
            <p:ph idx="3" type="body"/>
          </p:nvPr>
        </p:nvSpPr>
        <p:spPr>
          <a:xfrm>
            <a:off x="4904251" y="979865"/>
            <a:ext cx="6544800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52"/>
          <p:cNvSpPr txBox="1"/>
          <p:nvPr>
            <p:ph idx="4" type="body"/>
          </p:nvPr>
        </p:nvSpPr>
        <p:spPr>
          <a:xfrm>
            <a:off x="-16934" y="5008442"/>
            <a:ext cx="3879851" cy="842025"/>
          </a:xfrm>
          <a:prstGeom prst="rect">
            <a:avLst/>
          </a:prstGeom>
          <a:solidFill>
            <a:schemeClr val="accent1">
              <a:alpha val="64705"/>
            </a:schemeClr>
          </a:solidFill>
          <a:ln cap="flat" cmpd="sng" w="9525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274300" spcFirstLastPara="1" rIns="91425" wrap="square" tIns="91425">
            <a:spAutoFit/>
          </a:bodyPr>
          <a:lstStyle>
            <a:lvl1pPr indent="-228600" lvl="0" marL="457200" algn="r">
              <a:lnSpc>
                <a:spcPct val="89000"/>
              </a:lnSpc>
              <a:spcBef>
                <a:spcPts val="533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</a:defRPr>
            </a:lvl2pPr>
            <a:lvl3pPr indent="-228600" lvl="2" marL="1371600" algn="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>
                <a:solidFill>
                  <a:srgbClr val="FFFFFF"/>
                </a:solidFill>
              </a:defRPr>
            </a:lvl3pPr>
            <a:lvl4pPr indent="-228600" lvl="3" marL="1828800" algn="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FFFFFF"/>
                </a:solidFill>
              </a:defRPr>
            </a:lvl4pPr>
            <a:lvl5pPr indent="-228600" lvl="4" marL="2286000" algn="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52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250" name="Google Shape;25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4642" y="6530551"/>
            <a:ext cx="1431820" cy="247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Images" showMasterSp="0">
  <p:cSld name="10 Image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3"/>
          <p:cNvSpPr/>
          <p:nvPr>
            <p:ph idx="2" type="pic"/>
          </p:nvPr>
        </p:nvSpPr>
        <p:spPr>
          <a:xfrm>
            <a:off x="0" y="-1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53"/>
          <p:cNvSpPr txBox="1"/>
          <p:nvPr>
            <p:ph type="title"/>
          </p:nvPr>
        </p:nvSpPr>
        <p:spPr>
          <a:xfrm>
            <a:off x="1230221" y="3065874"/>
            <a:ext cx="10716768" cy="5693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sp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3"/>
          <p:cNvSpPr txBox="1"/>
          <p:nvPr>
            <p:ph idx="1" type="body"/>
          </p:nvPr>
        </p:nvSpPr>
        <p:spPr>
          <a:xfrm>
            <a:off x="1230221" y="3518074"/>
            <a:ext cx="10716768" cy="561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53"/>
          <p:cNvSpPr/>
          <p:nvPr>
            <p:ph idx="3" type="pic"/>
          </p:nvPr>
        </p:nvSpPr>
        <p:spPr>
          <a:xfrm>
            <a:off x="0" y="4010112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53"/>
          <p:cNvSpPr/>
          <p:nvPr>
            <p:ph idx="4" type="pic"/>
          </p:nvPr>
        </p:nvSpPr>
        <p:spPr>
          <a:xfrm>
            <a:off x="2435352" y="-1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57" name="Google Shape;257;p53"/>
          <p:cNvSpPr/>
          <p:nvPr>
            <p:ph idx="5" type="pic"/>
          </p:nvPr>
        </p:nvSpPr>
        <p:spPr>
          <a:xfrm>
            <a:off x="2438401" y="4010112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53"/>
          <p:cNvSpPr/>
          <p:nvPr>
            <p:ph idx="6" type="pic"/>
          </p:nvPr>
        </p:nvSpPr>
        <p:spPr>
          <a:xfrm>
            <a:off x="4870704" y="-1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53"/>
          <p:cNvSpPr/>
          <p:nvPr>
            <p:ph idx="7" type="pic"/>
          </p:nvPr>
        </p:nvSpPr>
        <p:spPr>
          <a:xfrm>
            <a:off x="4876803" y="4010112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53"/>
          <p:cNvSpPr/>
          <p:nvPr>
            <p:ph idx="8" type="pic"/>
          </p:nvPr>
        </p:nvSpPr>
        <p:spPr>
          <a:xfrm>
            <a:off x="7306056" y="-1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53"/>
          <p:cNvSpPr/>
          <p:nvPr>
            <p:ph idx="9" type="pic"/>
          </p:nvPr>
        </p:nvSpPr>
        <p:spPr>
          <a:xfrm>
            <a:off x="7315204" y="4010112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53"/>
          <p:cNvSpPr/>
          <p:nvPr>
            <p:ph idx="13" type="pic"/>
          </p:nvPr>
        </p:nvSpPr>
        <p:spPr>
          <a:xfrm>
            <a:off x="9741408" y="-1"/>
            <a:ext cx="2450592" cy="2863281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53"/>
          <p:cNvSpPr/>
          <p:nvPr>
            <p:ph idx="14" type="pic"/>
          </p:nvPr>
        </p:nvSpPr>
        <p:spPr>
          <a:xfrm>
            <a:off x="9753603" y="4010112"/>
            <a:ext cx="2450592" cy="286328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SE STUDY">
  <p:cSld name="CASE STUD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4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54"/>
          <p:cNvSpPr txBox="1"/>
          <p:nvPr>
            <p:ph idx="1" type="body"/>
          </p:nvPr>
        </p:nvSpPr>
        <p:spPr>
          <a:xfrm>
            <a:off x="4633576" y="1500614"/>
            <a:ext cx="6811241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latin typeface="Lato Light"/>
                <a:ea typeface="Lato Light"/>
                <a:cs typeface="Lato Light"/>
                <a:sym typeface="Lato Light"/>
              </a:defRPr>
            </a:lvl1pPr>
            <a:lvl2pPr indent="-347155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Arial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2pPr>
            <a:lvl3pPr indent="-347155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 sz="1867">
                <a:latin typeface="Lato Light"/>
                <a:ea typeface="Lato Light"/>
                <a:cs typeface="Lato Light"/>
                <a:sym typeface="Lato 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54"/>
          <p:cNvSpPr/>
          <p:nvPr>
            <p:ph idx="2" type="pic"/>
          </p:nvPr>
        </p:nvSpPr>
        <p:spPr>
          <a:xfrm>
            <a:off x="-16127" y="1603667"/>
            <a:ext cx="4251161" cy="201390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54"/>
          <p:cNvSpPr txBox="1"/>
          <p:nvPr>
            <p:ph idx="3" type="body"/>
          </p:nvPr>
        </p:nvSpPr>
        <p:spPr>
          <a:xfrm>
            <a:off x="711201" y="4002425"/>
            <a:ext cx="3523833" cy="207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latin typeface="Lato Light"/>
                <a:ea typeface="Lato Light"/>
                <a:cs typeface="Lato Light"/>
                <a:sym typeface="Lato Light"/>
              </a:defRPr>
            </a:lvl1pPr>
            <a:lvl2pPr indent="-347155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Arial"/>
              <a:buChar char="•"/>
              <a:defRPr sz="1867"/>
            </a:lvl2pPr>
            <a:lvl3pPr indent="-347155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/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/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 sz="1867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54"/>
          <p:cNvSpPr txBox="1"/>
          <p:nvPr>
            <p:ph idx="4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5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5"/>
          <p:cNvSpPr txBox="1"/>
          <p:nvPr>
            <p:ph idx="1" type="body"/>
          </p:nvPr>
        </p:nvSpPr>
        <p:spPr>
          <a:xfrm>
            <a:off x="747950" y="1503441"/>
            <a:ext cx="5147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810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  <a:defRPr sz="2400">
                <a:latin typeface="Lato Light"/>
                <a:ea typeface="Lato Light"/>
                <a:cs typeface="Lato Light"/>
                <a:sym typeface="Lato Light"/>
              </a:defRPr>
            </a:lvl1pPr>
            <a:lvl2pPr indent="-3810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–"/>
              <a:defRPr sz="2400">
                <a:latin typeface="Lato Light"/>
                <a:ea typeface="Lato Light"/>
                <a:cs typeface="Lato Light"/>
                <a:sym typeface="Lato Light"/>
              </a:defRPr>
            </a:lvl2pPr>
            <a:lvl3pPr indent="-364046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Char char="•"/>
              <a:defRPr sz="2133"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 sz="1867">
                <a:latin typeface="Lato Light"/>
                <a:ea typeface="Lato Light"/>
                <a:cs typeface="Lato Light"/>
                <a:sym typeface="Lato Light"/>
              </a:defRPr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273" name="Google Shape;273;p55"/>
          <p:cNvSpPr txBox="1"/>
          <p:nvPr>
            <p:ph idx="2" type="body"/>
          </p:nvPr>
        </p:nvSpPr>
        <p:spPr>
          <a:xfrm>
            <a:off x="6316134" y="1503441"/>
            <a:ext cx="51474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810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  <a:defRPr sz="2400">
                <a:latin typeface="Lato Light"/>
                <a:ea typeface="Lato Light"/>
                <a:cs typeface="Lato Light"/>
                <a:sym typeface="Lato Light"/>
              </a:defRPr>
            </a:lvl1pPr>
            <a:lvl2pPr indent="-3810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–"/>
              <a:defRPr sz="2400">
                <a:latin typeface="Lato Light"/>
                <a:ea typeface="Lato Light"/>
                <a:cs typeface="Lato Light"/>
                <a:sym typeface="Lato Light"/>
              </a:defRPr>
            </a:lvl2pPr>
            <a:lvl3pPr indent="-364046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Char char="•"/>
              <a:defRPr sz="2133"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»"/>
              <a:defRPr sz="1867">
                <a:latin typeface="Lato Light"/>
                <a:ea typeface="Lato Light"/>
                <a:cs typeface="Lato Light"/>
                <a:sym typeface="Lato Light"/>
              </a:defRPr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274" name="Google Shape;274;p55"/>
          <p:cNvSpPr txBox="1"/>
          <p:nvPr>
            <p:ph idx="3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icture Right">
  <p:cSld name="Content and Picture Right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6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56"/>
          <p:cNvSpPr txBox="1"/>
          <p:nvPr>
            <p:ph idx="1" type="body"/>
          </p:nvPr>
        </p:nvSpPr>
        <p:spPr>
          <a:xfrm>
            <a:off x="747950" y="1503441"/>
            <a:ext cx="3939196" cy="4185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47155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1pPr>
            <a:lvl2pPr indent="-347155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2pPr>
            <a:lvl3pPr indent="-3302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600"/>
              <a:buChar char="•"/>
              <a:defRPr sz="1600">
                <a:latin typeface="Lato Light"/>
                <a:ea typeface="Lato Light"/>
                <a:cs typeface="Lato Light"/>
                <a:sym typeface="Lato Light"/>
              </a:defRPr>
            </a:lvl3pPr>
            <a:lvl4pPr indent="-3217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467"/>
              <a:buChar char="–"/>
              <a:defRPr sz="1467">
                <a:latin typeface="Lato Light"/>
                <a:ea typeface="Lato Light"/>
                <a:cs typeface="Lato Light"/>
                <a:sym typeface="Lato Light"/>
              </a:defRPr>
            </a:lvl4pPr>
            <a:lvl5pPr indent="-3217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467"/>
              <a:buChar char="»"/>
              <a:defRPr sz="1467">
                <a:latin typeface="Lato Light"/>
                <a:ea typeface="Lato Light"/>
                <a:cs typeface="Lato Light"/>
                <a:sym typeface="Lato Light"/>
              </a:defRPr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278" name="Google Shape;278;p56"/>
          <p:cNvSpPr txBox="1"/>
          <p:nvPr>
            <p:ph idx="2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56"/>
          <p:cNvSpPr/>
          <p:nvPr>
            <p:ph idx="3" type="pic"/>
          </p:nvPr>
        </p:nvSpPr>
        <p:spPr>
          <a:xfrm>
            <a:off x="5012267" y="1571414"/>
            <a:ext cx="7179733" cy="40910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icture Left">
  <p:cSld name="Content and Picture Lef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7"/>
          <p:cNvSpPr txBox="1"/>
          <p:nvPr>
            <p:ph type="title"/>
          </p:nvPr>
        </p:nvSpPr>
        <p:spPr>
          <a:xfrm>
            <a:off x="741892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7"/>
          <p:cNvSpPr txBox="1"/>
          <p:nvPr>
            <p:ph idx="1" type="body"/>
          </p:nvPr>
        </p:nvSpPr>
        <p:spPr>
          <a:xfrm>
            <a:off x="7505622" y="1503441"/>
            <a:ext cx="3939196" cy="4185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47155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1pPr>
            <a:lvl2pPr indent="-347155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–"/>
              <a:defRPr sz="1867">
                <a:latin typeface="Lato Light"/>
                <a:ea typeface="Lato Light"/>
                <a:cs typeface="Lato Light"/>
                <a:sym typeface="Lato Light"/>
              </a:defRPr>
            </a:lvl2pPr>
            <a:lvl3pPr indent="-3302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600"/>
              <a:buChar char="•"/>
              <a:defRPr sz="1600">
                <a:latin typeface="Lato Light"/>
                <a:ea typeface="Lato Light"/>
                <a:cs typeface="Lato Light"/>
                <a:sym typeface="Lato Light"/>
              </a:defRPr>
            </a:lvl3pPr>
            <a:lvl4pPr indent="-3217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467"/>
              <a:buChar char="–"/>
              <a:defRPr sz="1467">
                <a:latin typeface="Lato Light"/>
                <a:ea typeface="Lato Light"/>
                <a:cs typeface="Lato Light"/>
                <a:sym typeface="Lato Light"/>
              </a:defRPr>
            </a:lvl4pPr>
            <a:lvl5pPr indent="-3217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467"/>
              <a:buChar char="»"/>
              <a:defRPr sz="1467">
                <a:latin typeface="Lato Light"/>
                <a:ea typeface="Lato Light"/>
                <a:cs typeface="Lato Light"/>
                <a:sym typeface="Lato Light"/>
              </a:defRPr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283" name="Google Shape;283;p57"/>
          <p:cNvSpPr/>
          <p:nvPr>
            <p:ph idx="2" type="pic"/>
          </p:nvPr>
        </p:nvSpPr>
        <p:spPr>
          <a:xfrm>
            <a:off x="0" y="1571414"/>
            <a:ext cx="7179733" cy="4091093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7"/>
          <p:cNvSpPr txBox="1"/>
          <p:nvPr>
            <p:ph idx="3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nd Bar" showMasterSp="0">
  <p:cSld name="Picture and Bar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8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58"/>
          <p:cNvSpPr txBox="1"/>
          <p:nvPr>
            <p:ph type="title"/>
          </p:nvPr>
        </p:nvSpPr>
        <p:spPr>
          <a:xfrm>
            <a:off x="0" y="4009814"/>
            <a:ext cx="12192000" cy="1498447"/>
          </a:xfrm>
          <a:prstGeom prst="rect">
            <a:avLst/>
          </a:prstGeom>
          <a:solidFill>
            <a:schemeClr val="lt1">
              <a:alpha val="34901"/>
            </a:schemeClr>
          </a:solidFill>
          <a:ln>
            <a:noFill/>
          </a:ln>
        </p:spPr>
        <p:txBody>
          <a:bodyPr anchorCtr="0" anchor="t" bIns="502900" lIns="548625" spcFirstLastPara="1" rIns="548625" wrap="square" tIns="13715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ato Light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8"/>
          <p:cNvSpPr txBox="1"/>
          <p:nvPr>
            <p:ph idx="1" type="body"/>
          </p:nvPr>
        </p:nvSpPr>
        <p:spPr>
          <a:xfrm>
            <a:off x="763695" y="4665253"/>
            <a:ext cx="10712449" cy="301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58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290" name="Google Shape;290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24642" y="6530551"/>
            <a:ext cx="1431820" cy="247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al Picture">
  <p:cSld name="Horizonal Pictur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9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59"/>
          <p:cNvSpPr txBox="1"/>
          <p:nvPr>
            <p:ph idx="1" type="body"/>
          </p:nvPr>
        </p:nvSpPr>
        <p:spPr>
          <a:xfrm>
            <a:off x="75141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59"/>
          <p:cNvSpPr txBox="1"/>
          <p:nvPr>
            <p:ph idx="2" type="body"/>
          </p:nvPr>
        </p:nvSpPr>
        <p:spPr>
          <a:xfrm>
            <a:off x="751416" y="4913079"/>
            <a:ext cx="10689168" cy="229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92000"/>
              </a:lnSpc>
              <a:spcBef>
                <a:spcPts val="1467"/>
              </a:spcBef>
              <a:spcAft>
                <a:spcPts val="0"/>
              </a:spcAft>
              <a:buSzPts val="1600"/>
              <a:buNone/>
              <a:defRPr sz="1600"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/>
            </a:lvl2pPr>
            <a:lvl3pPr indent="-3302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21755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467"/>
              <a:buChar char="–"/>
              <a:defRPr sz="1467"/>
            </a:lvl4pPr>
            <a:lvl5pPr indent="-321755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467"/>
              <a:buChar char="»"/>
              <a:defRPr sz="1467"/>
            </a:lvl5pPr>
            <a:lvl6pPr indent="-381000" lvl="5" marL="2743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295" name="Google Shape;295;p59"/>
          <p:cNvSpPr/>
          <p:nvPr>
            <p:ph idx="3" type="pic"/>
          </p:nvPr>
        </p:nvSpPr>
        <p:spPr>
          <a:xfrm>
            <a:off x="0" y="1571414"/>
            <a:ext cx="12192000" cy="323765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 with headers">
  <p:cSld name="2 Content with headers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0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60"/>
          <p:cNvSpPr txBox="1"/>
          <p:nvPr>
            <p:ph idx="1" type="body"/>
          </p:nvPr>
        </p:nvSpPr>
        <p:spPr>
          <a:xfrm>
            <a:off x="751417" y="1535113"/>
            <a:ext cx="5107572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667"/>
              <a:buNone/>
              <a:defRPr b="0" i="0" sz="2667"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667"/>
              <a:buNone/>
              <a:defRPr b="1" sz="2667"/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b="1" sz="2400"/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b="1" sz="2133"/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b="1" sz="2133"/>
            </a:lvl5pPr>
            <a:lvl6pPr indent="-228600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299" name="Google Shape;299;p60"/>
          <p:cNvSpPr txBox="1"/>
          <p:nvPr>
            <p:ph idx="2" type="body"/>
          </p:nvPr>
        </p:nvSpPr>
        <p:spPr>
          <a:xfrm>
            <a:off x="751417" y="2174875"/>
            <a:ext cx="5107572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810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  <a:defRPr sz="2400">
                <a:latin typeface="Lato Light"/>
                <a:ea typeface="Lato Light"/>
                <a:cs typeface="Lato Light"/>
                <a:sym typeface="Lato Light"/>
              </a:defRPr>
            </a:lvl1pPr>
            <a:lvl2pPr indent="-364046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Char char="–"/>
              <a:defRPr sz="2133">
                <a:latin typeface="Lato Light"/>
                <a:ea typeface="Lato Light"/>
                <a:cs typeface="Lato Light"/>
                <a:sym typeface="Lato Light"/>
              </a:defRPr>
            </a:lvl2pPr>
            <a:lvl3pPr indent="-347155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3pPr>
            <a:lvl4pPr indent="-3302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600"/>
              <a:buChar char="–"/>
              <a:defRPr sz="1600">
                <a:latin typeface="Lato Light"/>
                <a:ea typeface="Lato Light"/>
                <a:cs typeface="Lato Light"/>
                <a:sym typeface="Lato Light"/>
              </a:defRPr>
            </a:lvl4pPr>
            <a:lvl5pPr indent="-3302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600"/>
              <a:buChar char="»"/>
              <a:defRPr sz="1600">
                <a:latin typeface="Lato Light"/>
                <a:ea typeface="Lato Light"/>
                <a:cs typeface="Lato Light"/>
                <a:sym typeface="Lato Light"/>
              </a:defRPr>
            </a:lvl5pPr>
            <a:lvl6pPr indent="-364045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6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6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300" name="Google Shape;300;p60"/>
          <p:cNvSpPr txBox="1"/>
          <p:nvPr>
            <p:ph idx="3" type="body"/>
          </p:nvPr>
        </p:nvSpPr>
        <p:spPr>
          <a:xfrm>
            <a:off x="6193369" y="1535113"/>
            <a:ext cx="5251449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667"/>
              <a:buNone/>
              <a:defRPr b="0" i="0" sz="2667"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667"/>
              <a:buNone/>
              <a:defRPr b="1" sz="2667"/>
            </a:lvl2pPr>
            <a:lvl3pPr indent="-2286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None/>
              <a:defRPr b="1" sz="2400"/>
            </a:lvl3pPr>
            <a:lvl4pPr indent="-2286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b="1" sz="2133"/>
            </a:lvl4pPr>
            <a:lvl5pPr indent="-2286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None/>
              <a:defRPr b="1" sz="2133"/>
            </a:lvl5pPr>
            <a:lvl6pPr indent="-228600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301" name="Google Shape;301;p60"/>
          <p:cNvSpPr txBox="1"/>
          <p:nvPr>
            <p:ph idx="4" type="body"/>
          </p:nvPr>
        </p:nvSpPr>
        <p:spPr>
          <a:xfrm>
            <a:off x="6193369" y="2174875"/>
            <a:ext cx="5251449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810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  <a:defRPr sz="2400">
                <a:latin typeface="Lato Light"/>
                <a:ea typeface="Lato Light"/>
                <a:cs typeface="Lato Light"/>
                <a:sym typeface="Lato Light"/>
              </a:defRPr>
            </a:lvl1pPr>
            <a:lvl2pPr indent="-364046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133"/>
              <a:buChar char="–"/>
              <a:defRPr sz="2133">
                <a:latin typeface="Lato Light"/>
                <a:ea typeface="Lato Light"/>
                <a:cs typeface="Lato Light"/>
                <a:sym typeface="Lato Light"/>
              </a:defRPr>
            </a:lvl2pPr>
            <a:lvl3pPr indent="-347155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Char char="•"/>
              <a:defRPr sz="1867">
                <a:latin typeface="Lato Light"/>
                <a:ea typeface="Lato Light"/>
                <a:cs typeface="Lato Light"/>
                <a:sym typeface="Lato Light"/>
              </a:defRPr>
            </a:lvl3pPr>
            <a:lvl4pPr indent="-3302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600"/>
              <a:buChar char="–"/>
              <a:defRPr sz="1600">
                <a:latin typeface="Lato Light"/>
                <a:ea typeface="Lato Light"/>
                <a:cs typeface="Lato Light"/>
                <a:sym typeface="Lato Light"/>
              </a:defRPr>
            </a:lvl4pPr>
            <a:lvl5pPr indent="-3302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600"/>
              <a:buChar char="»"/>
              <a:defRPr sz="1600">
                <a:latin typeface="Lato Light"/>
                <a:ea typeface="Lato Light"/>
                <a:cs typeface="Lato Light"/>
                <a:sym typeface="Lato Light"/>
              </a:defRPr>
            </a:lvl5pPr>
            <a:lvl6pPr indent="-364045" lvl="5" marL="27432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6" lvl="7" marL="36576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6" lvl="8" marL="4114800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302" name="Google Shape;302;p60"/>
          <p:cNvSpPr txBox="1"/>
          <p:nvPr>
            <p:ph idx="5" type="body"/>
          </p:nvPr>
        </p:nvSpPr>
        <p:spPr>
          <a:xfrm>
            <a:off x="75141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Only">
  <p:cSld name="Title and Subtitle Only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1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61"/>
          <p:cNvSpPr txBox="1"/>
          <p:nvPr>
            <p:ph idx="1" type="body"/>
          </p:nvPr>
        </p:nvSpPr>
        <p:spPr>
          <a:xfrm>
            <a:off x="75141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 Page">
  <p:cSld name="Map Page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62"/>
          <p:cNvGrpSpPr/>
          <p:nvPr/>
        </p:nvGrpSpPr>
        <p:grpSpPr>
          <a:xfrm>
            <a:off x="-4233" y="-27713"/>
            <a:ext cx="12196233" cy="6506633"/>
            <a:chOff x="-3175" y="0"/>
            <a:chExt cx="9147175" cy="4956175"/>
          </a:xfrm>
        </p:grpSpPr>
        <p:sp>
          <p:nvSpPr>
            <p:cNvPr id="308" name="Google Shape;308;p62"/>
            <p:cNvSpPr/>
            <p:nvPr/>
          </p:nvSpPr>
          <p:spPr>
            <a:xfrm>
              <a:off x="1601788" y="4940300"/>
              <a:ext cx="9525" cy="15875"/>
            </a:xfrm>
            <a:custGeom>
              <a:rect b="b" l="l" r="r" t="t"/>
              <a:pathLst>
                <a:path extrusionOk="0" h="10" w="6">
                  <a:moveTo>
                    <a:pt x="0" y="0"/>
                  </a:moveTo>
                  <a:lnTo>
                    <a:pt x="0" y="6"/>
                  </a:lnTo>
                  <a:lnTo>
                    <a:pt x="6" y="10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09" name="Google Shape;309;p62"/>
            <p:cNvSpPr/>
            <p:nvPr/>
          </p:nvSpPr>
          <p:spPr>
            <a:xfrm>
              <a:off x="1579563" y="4921250"/>
              <a:ext cx="9525" cy="12700"/>
            </a:xfrm>
            <a:custGeom>
              <a:rect b="b" l="l" r="r" t="t"/>
              <a:pathLst>
                <a:path extrusionOk="0" h="8" w="6">
                  <a:moveTo>
                    <a:pt x="6" y="6"/>
                  </a:moveTo>
                  <a:lnTo>
                    <a:pt x="6" y="0"/>
                  </a:lnTo>
                  <a:lnTo>
                    <a:pt x="0" y="8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0" name="Google Shape;310;p62"/>
            <p:cNvSpPr/>
            <p:nvPr/>
          </p:nvSpPr>
          <p:spPr>
            <a:xfrm>
              <a:off x="1582738" y="4895850"/>
              <a:ext cx="12700" cy="25400"/>
            </a:xfrm>
            <a:custGeom>
              <a:rect b="b" l="l" r="r" t="t"/>
              <a:pathLst>
                <a:path extrusionOk="0" h="16" w="8">
                  <a:moveTo>
                    <a:pt x="8" y="10"/>
                  </a:moveTo>
                  <a:lnTo>
                    <a:pt x="0" y="0"/>
                  </a:lnTo>
                  <a:lnTo>
                    <a:pt x="4" y="16"/>
                  </a:lnTo>
                  <a:lnTo>
                    <a:pt x="6" y="16"/>
                  </a:lnTo>
                  <a:lnTo>
                    <a:pt x="8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1" name="Google Shape;311;p62"/>
            <p:cNvSpPr/>
            <p:nvPr/>
          </p:nvSpPr>
          <p:spPr>
            <a:xfrm>
              <a:off x="1563688" y="4876800"/>
              <a:ext cx="19050" cy="12700"/>
            </a:xfrm>
            <a:custGeom>
              <a:rect b="b" l="l" r="r" t="t"/>
              <a:pathLst>
                <a:path extrusionOk="0" h="8" w="12">
                  <a:moveTo>
                    <a:pt x="0" y="2"/>
                  </a:moveTo>
                  <a:lnTo>
                    <a:pt x="10" y="8"/>
                  </a:lnTo>
                  <a:lnTo>
                    <a:pt x="1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2" name="Google Shape;312;p62"/>
            <p:cNvSpPr/>
            <p:nvPr/>
          </p:nvSpPr>
          <p:spPr>
            <a:xfrm>
              <a:off x="1563688" y="4848225"/>
              <a:ext cx="6350" cy="9525"/>
            </a:xfrm>
            <a:custGeom>
              <a:rect b="b" l="l" r="r" t="t"/>
              <a:pathLst>
                <a:path extrusionOk="0" h="6" w="4">
                  <a:moveTo>
                    <a:pt x="4" y="6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3" name="Google Shape;313;p62"/>
            <p:cNvSpPr/>
            <p:nvPr/>
          </p:nvSpPr>
          <p:spPr>
            <a:xfrm>
              <a:off x="1563688" y="4797425"/>
              <a:ext cx="6350" cy="12700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4" name="Google Shape;314;p62"/>
            <p:cNvSpPr/>
            <p:nvPr/>
          </p:nvSpPr>
          <p:spPr>
            <a:xfrm>
              <a:off x="1563688" y="4778375"/>
              <a:ext cx="9525" cy="22225"/>
            </a:xfrm>
            <a:custGeom>
              <a:rect b="b" l="l" r="r" t="t"/>
              <a:pathLst>
                <a:path extrusionOk="0" h="14" w="6">
                  <a:moveTo>
                    <a:pt x="2" y="0"/>
                  </a:moveTo>
                  <a:lnTo>
                    <a:pt x="0" y="2"/>
                  </a:lnTo>
                  <a:lnTo>
                    <a:pt x="6" y="1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5" name="Google Shape;315;p62"/>
            <p:cNvSpPr/>
            <p:nvPr/>
          </p:nvSpPr>
          <p:spPr>
            <a:xfrm>
              <a:off x="1589088" y="4756150"/>
              <a:ext cx="6350" cy="9525"/>
            </a:xfrm>
            <a:custGeom>
              <a:rect b="b" l="l" r="r" t="t"/>
              <a:pathLst>
                <a:path extrusionOk="0" h="6" w="4">
                  <a:moveTo>
                    <a:pt x="2" y="0"/>
                  </a:moveTo>
                  <a:lnTo>
                    <a:pt x="0" y="2"/>
                  </a:lnTo>
                  <a:lnTo>
                    <a:pt x="4" y="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6" name="Google Shape;316;p62"/>
            <p:cNvSpPr/>
            <p:nvPr/>
          </p:nvSpPr>
          <p:spPr>
            <a:xfrm>
              <a:off x="8956675" y="4232275"/>
              <a:ext cx="184150" cy="279400"/>
            </a:xfrm>
            <a:custGeom>
              <a:rect b="b" l="l" r="r" t="t"/>
              <a:pathLst>
                <a:path extrusionOk="0" h="176" w="116">
                  <a:moveTo>
                    <a:pt x="86" y="82"/>
                  </a:moveTo>
                  <a:lnTo>
                    <a:pt x="68" y="74"/>
                  </a:lnTo>
                  <a:lnTo>
                    <a:pt x="64" y="54"/>
                  </a:lnTo>
                  <a:lnTo>
                    <a:pt x="54" y="46"/>
                  </a:lnTo>
                  <a:lnTo>
                    <a:pt x="54" y="58"/>
                  </a:lnTo>
                  <a:lnTo>
                    <a:pt x="46" y="58"/>
                  </a:lnTo>
                  <a:lnTo>
                    <a:pt x="48" y="48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36" y="20"/>
                  </a:lnTo>
                  <a:lnTo>
                    <a:pt x="16" y="8"/>
                  </a:lnTo>
                  <a:lnTo>
                    <a:pt x="14" y="10"/>
                  </a:lnTo>
                  <a:lnTo>
                    <a:pt x="10" y="0"/>
                  </a:lnTo>
                  <a:lnTo>
                    <a:pt x="0" y="2"/>
                  </a:lnTo>
                  <a:lnTo>
                    <a:pt x="12" y="24"/>
                  </a:lnTo>
                  <a:lnTo>
                    <a:pt x="16" y="28"/>
                  </a:lnTo>
                  <a:lnTo>
                    <a:pt x="18" y="34"/>
                  </a:lnTo>
                  <a:lnTo>
                    <a:pt x="28" y="48"/>
                  </a:lnTo>
                  <a:lnTo>
                    <a:pt x="32" y="46"/>
                  </a:lnTo>
                  <a:lnTo>
                    <a:pt x="32" y="56"/>
                  </a:lnTo>
                  <a:lnTo>
                    <a:pt x="36" y="64"/>
                  </a:lnTo>
                  <a:lnTo>
                    <a:pt x="38" y="64"/>
                  </a:lnTo>
                  <a:lnTo>
                    <a:pt x="38" y="66"/>
                  </a:lnTo>
                  <a:lnTo>
                    <a:pt x="42" y="70"/>
                  </a:lnTo>
                  <a:lnTo>
                    <a:pt x="42" y="86"/>
                  </a:lnTo>
                  <a:lnTo>
                    <a:pt x="40" y="86"/>
                  </a:lnTo>
                  <a:lnTo>
                    <a:pt x="36" y="104"/>
                  </a:lnTo>
                  <a:lnTo>
                    <a:pt x="26" y="110"/>
                  </a:lnTo>
                  <a:lnTo>
                    <a:pt x="20" y="118"/>
                  </a:lnTo>
                  <a:lnTo>
                    <a:pt x="48" y="138"/>
                  </a:lnTo>
                  <a:lnTo>
                    <a:pt x="48" y="150"/>
                  </a:lnTo>
                  <a:lnTo>
                    <a:pt x="38" y="166"/>
                  </a:lnTo>
                  <a:lnTo>
                    <a:pt x="58" y="176"/>
                  </a:lnTo>
                  <a:lnTo>
                    <a:pt x="80" y="146"/>
                  </a:lnTo>
                  <a:lnTo>
                    <a:pt x="88" y="128"/>
                  </a:lnTo>
                  <a:lnTo>
                    <a:pt x="84" y="120"/>
                  </a:lnTo>
                  <a:lnTo>
                    <a:pt x="90" y="116"/>
                  </a:lnTo>
                  <a:lnTo>
                    <a:pt x="106" y="114"/>
                  </a:lnTo>
                  <a:lnTo>
                    <a:pt x="106" y="102"/>
                  </a:lnTo>
                  <a:lnTo>
                    <a:pt x="112" y="100"/>
                  </a:lnTo>
                  <a:lnTo>
                    <a:pt x="116" y="76"/>
                  </a:lnTo>
                  <a:lnTo>
                    <a:pt x="104" y="70"/>
                  </a:lnTo>
                  <a:lnTo>
                    <a:pt x="86" y="8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7" name="Google Shape;317;p62"/>
            <p:cNvSpPr/>
            <p:nvPr/>
          </p:nvSpPr>
          <p:spPr>
            <a:xfrm>
              <a:off x="8766175" y="4457700"/>
              <a:ext cx="247650" cy="266700"/>
            </a:xfrm>
            <a:custGeom>
              <a:rect b="b" l="l" r="r" t="t"/>
              <a:pathLst>
                <a:path extrusionOk="0" h="168" w="156">
                  <a:moveTo>
                    <a:pt x="150" y="14"/>
                  </a:moveTo>
                  <a:lnTo>
                    <a:pt x="148" y="12"/>
                  </a:lnTo>
                  <a:lnTo>
                    <a:pt x="146" y="12"/>
                  </a:lnTo>
                  <a:lnTo>
                    <a:pt x="134" y="20"/>
                  </a:lnTo>
                  <a:lnTo>
                    <a:pt x="124" y="0"/>
                  </a:lnTo>
                  <a:lnTo>
                    <a:pt x="112" y="16"/>
                  </a:lnTo>
                  <a:lnTo>
                    <a:pt x="108" y="28"/>
                  </a:lnTo>
                  <a:lnTo>
                    <a:pt x="98" y="36"/>
                  </a:lnTo>
                  <a:lnTo>
                    <a:pt x="88" y="60"/>
                  </a:lnTo>
                  <a:lnTo>
                    <a:pt x="56" y="86"/>
                  </a:lnTo>
                  <a:lnTo>
                    <a:pt x="38" y="92"/>
                  </a:lnTo>
                  <a:lnTo>
                    <a:pt x="24" y="112"/>
                  </a:lnTo>
                  <a:lnTo>
                    <a:pt x="24" y="114"/>
                  </a:lnTo>
                  <a:lnTo>
                    <a:pt x="24" y="112"/>
                  </a:lnTo>
                  <a:lnTo>
                    <a:pt x="16" y="116"/>
                  </a:lnTo>
                  <a:lnTo>
                    <a:pt x="16" y="124"/>
                  </a:lnTo>
                  <a:lnTo>
                    <a:pt x="14" y="124"/>
                  </a:lnTo>
                  <a:lnTo>
                    <a:pt x="10" y="132"/>
                  </a:lnTo>
                  <a:lnTo>
                    <a:pt x="14" y="134"/>
                  </a:lnTo>
                  <a:lnTo>
                    <a:pt x="14" y="136"/>
                  </a:lnTo>
                  <a:lnTo>
                    <a:pt x="0" y="146"/>
                  </a:lnTo>
                  <a:lnTo>
                    <a:pt x="8" y="146"/>
                  </a:lnTo>
                  <a:lnTo>
                    <a:pt x="8" y="146"/>
                  </a:lnTo>
                  <a:lnTo>
                    <a:pt x="10" y="148"/>
                  </a:lnTo>
                  <a:lnTo>
                    <a:pt x="8" y="152"/>
                  </a:lnTo>
                  <a:lnTo>
                    <a:pt x="28" y="152"/>
                  </a:lnTo>
                  <a:lnTo>
                    <a:pt x="30" y="158"/>
                  </a:lnTo>
                  <a:lnTo>
                    <a:pt x="56" y="168"/>
                  </a:lnTo>
                  <a:lnTo>
                    <a:pt x="68" y="162"/>
                  </a:lnTo>
                  <a:lnTo>
                    <a:pt x="90" y="146"/>
                  </a:lnTo>
                  <a:lnTo>
                    <a:pt x="102" y="96"/>
                  </a:lnTo>
                  <a:lnTo>
                    <a:pt x="106" y="98"/>
                  </a:lnTo>
                  <a:lnTo>
                    <a:pt x="120" y="88"/>
                  </a:lnTo>
                  <a:lnTo>
                    <a:pt x="130" y="92"/>
                  </a:lnTo>
                  <a:lnTo>
                    <a:pt x="134" y="88"/>
                  </a:lnTo>
                  <a:lnTo>
                    <a:pt x="128" y="82"/>
                  </a:lnTo>
                  <a:lnTo>
                    <a:pt x="130" y="72"/>
                  </a:lnTo>
                  <a:lnTo>
                    <a:pt x="138" y="64"/>
                  </a:lnTo>
                  <a:lnTo>
                    <a:pt x="156" y="38"/>
                  </a:lnTo>
                  <a:lnTo>
                    <a:pt x="154" y="22"/>
                  </a:lnTo>
                  <a:lnTo>
                    <a:pt x="156" y="18"/>
                  </a:lnTo>
                  <a:lnTo>
                    <a:pt x="150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8" name="Google Shape;318;p62"/>
            <p:cNvSpPr/>
            <p:nvPr/>
          </p:nvSpPr>
          <p:spPr>
            <a:xfrm>
              <a:off x="8804275" y="4714875"/>
              <a:ext cx="28575" cy="34925"/>
            </a:xfrm>
            <a:custGeom>
              <a:rect b="b" l="l" r="r" t="t"/>
              <a:pathLst>
                <a:path extrusionOk="0" h="22" w="18">
                  <a:moveTo>
                    <a:pt x="6" y="0"/>
                  </a:moveTo>
                  <a:lnTo>
                    <a:pt x="0" y="22"/>
                  </a:lnTo>
                  <a:lnTo>
                    <a:pt x="18" y="14"/>
                  </a:lnTo>
                  <a:lnTo>
                    <a:pt x="12" y="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19" name="Google Shape;319;p62"/>
            <p:cNvSpPr/>
            <p:nvPr/>
          </p:nvSpPr>
          <p:spPr>
            <a:xfrm>
              <a:off x="6184900" y="2847975"/>
              <a:ext cx="73025" cy="123825"/>
            </a:xfrm>
            <a:custGeom>
              <a:rect b="b" l="l" r="r" t="t"/>
              <a:pathLst>
                <a:path extrusionOk="0" h="78" w="46">
                  <a:moveTo>
                    <a:pt x="16" y="2"/>
                  </a:moveTo>
                  <a:lnTo>
                    <a:pt x="10" y="0"/>
                  </a:lnTo>
                  <a:lnTo>
                    <a:pt x="4" y="4"/>
                  </a:lnTo>
                  <a:lnTo>
                    <a:pt x="10" y="8"/>
                  </a:lnTo>
                  <a:lnTo>
                    <a:pt x="8" y="10"/>
                  </a:lnTo>
                  <a:lnTo>
                    <a:pt x="4" y="32"/>
                  </a:lnTo>
                  <a:lnTo>
                    <a:pt x="0" y="32"/>
                  </a:lnTo>
                  <a:lnTo>
                    <a:pt x="4" y="60"/>
                  </a:lnTo>
                  <a:lnTo>
                    <a:pt x="10" y="76"/>
                  </a:lnTo>
                  <a:lnTo>
                    <a:pt x="24" y="78"/>
                  </a:lnTo>
                  <a:lnTo>
                    <a:pt x="46" y="62"/>
                  </a:lnTo>
                  <a:lnTo>
                    <a:pt x="46" y="44"/>
                  </a:lnTo>
                  <a:lnTo>
                    <a:pt x="28" y="12"/>
                  </a:lnTo>
                  <a:lnTo>
                    <a:pt x="16" y="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0" name="Google Shape;320;p62"/>
            <p:cNvSpPr/>
            <p:nvPr/>
          </p:nvSpPr>
          <p:spPr>
            <a:xfrm>
              <a:off x="1801813" y="2581275"/>
              <a:ext cx="57150" cy="25400"/>
            </a:xfrm>
            <a:custGeom>
              <a:rect b="b" l="l" r="r" t="t"/>
              <a:pathLst>
                <a:path extrusionOk="0" h="16" w="36">
                  <a:moveTo>
                    <a:pt x="0" y="8"/>
                  </a:moveTo>
                  <a:lnTo>
                    <a:pt x="6" y="16"/>
                  </a:lnTo>
                  <a:lnTo>
                    <a:pt x="22" y="16"/>
                  </a:lnTo>
                  <a:lnTo>
                    <a:pt x="36" y="10"/>
                  </a:lnTo>
                  <a:lnTo>
                    <a:pt x="32" y="0"/>
                  </a:lnTo>
                  <a:lnTo>
                    <a:pt x="4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1" name="Google Shape;321;p62"/>
            <p:cNvSpPr/>
            <p:nvPr/>
          </p:nvSpPr>
          <p:spPr>
            <a:xfrm>
              <a:off x="9086850" y="1311275"/>
              <a:ext cx="25400" cy="38100"/>
            </a:xfrm>
            <a:custGeom>
              <a:rect b="b" l="l" r="r" t="t"/>
              <a:pathLst>
                <a:path extrusionOk="0" h="24" w="16">
                  <a:moveTo>
                    <a:pt x="14" y="0"/>
                  </a:moveTo>
                  <a:lnTo>
                    <a:pt x="0" y="24"/>
                  </a:lnTo>
                  <a:lnTo>
                    <a:pt x="16" y="1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2" name="Google Shape;322;p62"/>
            <p:cNvSpPr/>
            <p:nvPr/>
          </p:nvSpPr>
          <p:spPr>
            <a:xfrm>
              <a:off x="8953500" y="1279525"/>
              <a:ext cx="38100" cy="15875"/>
            </a:xfrm>
            <a:custGeom>
              <a:rect b="b" l="l" r="r" t="t"/>
              <a:pathLst>
                <a:path extrusionOk="0" h="10" w="24">
                  <a:moveTo>
                    <a:pt x="24" y="2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10" y="10"/>
                  </a:lnTo>
                  <a:lnTo>
                    <a:pt x="24" y="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3" name="Google Shape;323;p62"/>
            <p:cNvSpPr/>
            <p:nvPr/>
          </p:nvSpPr>
          <p:spPr>
            <a:xfrm>
              <a:off x="234950" y="2063750"/>
              <a:ext cx="31750" cy="12700"/>
            </a:xfrm>
            <a:custGeom>
              <a:rect b="b" l="l" r="r" t="t"/>
              <a:pathLst>
                <a:path extrusionOk="0" h="8" w="20">
                  <a:moveTo>
                    <a:pt x="4" y="8"/>
                  </a:moveTo>
                  <a:lnTo>
                    <a:pt x="20" y="6"/>
                  </a:lnTo>
                  <a:lnTo>
                    <a:pt x="0" y="0"/>
                  </a:lnTo>
                  <a:lnTo>
                    <a:pt x="4" y="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4" name="Google Shape;324;p62"/>
            <p:cNvSpPr/>
            <p:nvPr/>
          </p:nvSpPr>
          <p:spPr>
            <a:xfrm>
              <a:off x="1268413" y="2432050"/>
              <a:ext cx="339725" cy="114300"/>
            </a:xfrm>
            <a:custGeom>
              <a:rect b="b" l="l" r="r" t="t"/>
              <a:pathLst>
                <a:path extrusionOk="0" h="72" w="214">
                  <a:moveTo>
                    <a:pt x="214" y="64"/>
                  </a:moveTo>
                  <a:lnTo>
                    <a:pt x="196" y="52"/>
                  </a:lnTo>
                  <a:lnTo>
                    <a:pt x="182" y="50"/>
                  </a:lnTo>
                  <a:lnTo>
                    <a:pt x="182" y="44"/>
                  </a:lnTo>
                  <a:lnTo>
                    <a:pt x="162" y="38"/>
                  </a:lnTo>
                  <a:lnTo>
                    <a:pt x="152" y="32"/>
                  </a:lnTo>
                  <a:lnTo>
                    <a:pt x="146" y="30"/>
                  </a:lnTo>
                  <a:lnTo>
                    <a:pt x="146" y="24"/>
                  </a:lnTo>
                  <a:lnTo>
                    <a:pt x="138" y="18"/>
                  </a:lnTo>
                  <a:lnTo>
                    <a:pt x="124" y="14"/>
                  </a:lnTo>
                  <a:lnTo>
                    <a:pt x="122" y="18"/>
                  </a:lnTo>
                  <a:lnTo>
                    <a:pt x="110" y="16"/>
                  </a:lnTo>
                  <a:lnTo>
                    <a:pt x="98" y="4"/>
                  </a:lnTo>
                  <a:lnTo>
                    <a:pt x="68" y="0"/>
                  </a:lnTo>
                  <a:lnTo>
                    <a:pt x="52" y="0"/>
                  </a:lnTo>
                  <a:lnTo>
                    <a:pt x="26" y="8"/>
                  </a:lnTo>
                  <a:lnTo>
                    <a:pt x="16" y="14"/>
                  </a:lnTo>
                  <a:lnTo>
                    <a:pt x="14" y="26"/>
                  </a:lnTo>
                  <a:lnTo>
                    <a:pt x="0" y="30"/>
                  </a:lnTo>
                  <a:lnTo>
                    <a:pt x="16" y="34"/>
                  </a:lnTo>
                  <a:lnTo>
                    <a:pt x="28" y="26"/>
                  </a:lnTo>
                  <a:lnTo>
                    <a:pt x="40" y="24"/>
                  </a:lnTo>
                  <a:lnTo>
                    <a:pt x="48" y="16"/>
                  </a:lnTo>
                  <a:lnTo>
                    <a:pt x="60" y="16"/>
                  </a:lnTo>
                  <a:lnTo>
                    <a:pt x="56" y="20"/>
                  </a:lnTo>
                  <a:lnTo>
                    <a:pt x="60" y="26"/>
                  </a:lnTo>
                  <a:lnTo>
                    <a:pt x="88" y="28"/>
                  </a:lnTo>
                  <a:lnTo>
                    <a:pt x="100" y="38"/>
                  </a:lnTo>
                  <a:lnTo>
                    <a:pt x="122" y="40"/>
                  </a:lnTo>
                  <a:lnTo>
                    <a:pt x="134" y="56"/>
                  </a:lnTo>
                  <a:lnTo>
                    <a:pt x="150" y="58"/>
                  </a:lnTo>
                  <a:lnTo>
                    <a:pt x="138" y="70"/>
                  </a:lnTo>
                  <a:lnTo>
                    <a:pt x="140" y="72"/>
                  </a:lnTo>
                  <a:lnTo>
                    <a:pt x="144" y="72"/>
                  </a:lnTo>
                  <a:lnTo>
                    <a:pt x="188" y="72"/>
                  </a:lnTo>
                  <a:lnTo>
                    <a:pt x="214" y="6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5" name="Google Shape;325;p62"/>
            <p:cNvSpPr/>
            <p:nvPr/>
          </p:nvSpPr>
          <p:spPr>
            <a:xfrm>
              <a:off x="1325563" y="2476500"/>
              <a:ext cx="25400" cy="22225"/>
            </a:xfrm>
            <a:custGeom>
              <a:rect b="b" l="l" r="r" t="t"/>
              <a:pathLst>
                <a:path extrusionOk="0" h="14" w="16">
                  <a:moveTo>
                    <a:pt x="0" y="14"/>
                  </a:moveTo>
                  <a:lnTo>
                    <a:pt x="16" y="12"/>
                  </a:lnTo>
                  <a:lnTo>
                    <a:pt x="12" y="0"/>
                  </a:lnTo>
                  <a:lnTo>
                    <a:pt x="6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6" name="Google Shape;326;p62"/>
            <p:cNvSpPr/>
            <p:nvPr/>
          </p:nvSpPr>
          <p:spPr>
            <a:xfrm>
              <a:off x="1592263" y="2530475"/>
              <a:ext cx="187325" cy="88900"/>
            </a:xfrm>
            <a:custGeom>
              <a:rect b="b" l="l" r="r" t="t"/>
              <a:pathLst>
                <a:path extrusionOk="0" h="56" w="118">
                  <a:moveTo>
                    <a:pt x="18" y="42"/>
                  </a:moveTo>
                  <a:lnTo>
                    <a:pt x="32" y="46"/>
                  </a:lnTo>
                  <a:lnTo>
                    <a:pt x="42" y="42"/>
                  </a:lnTo>
                  <a:lnTo>
                    <a:pt x="48" y="46"/>
                  </a:lnTo>
                  <a:lnTo>
                    <a:pt x="56" y="56"/>
                  </a:lnTo>
                  <a:lnTo>
                    <a:pt x="68" y="40"/>
                  </a:lnTo>
                  <a:lnTo>
                    <a:pt x="72" y="46"/>
                  </a:lnTo>
                  <a:lnTo>
                    <a:pt x="92" y="38"/>
                  </a:lnTo>
                  <a:lnTo>
                    <a:pt x="112" y="42"/>
                  </a:lnTo>
                  <a:lnTo>
                    <a:pt x="118" y="32"/>
                  </a:lnTo>
                  <a:lnTo>
                    <a:pt x="108" y="22"/>
                  </a:lnTo>
                  <a:lnTo>
                    <a:pt x="100" y="22"/>
                  </a:lnTo>
                  <a:lnTo>
                    <a:pt x="104" y="18"/>
                  </a:lnTo>
                  <a:lnTo>
                    <a:pt x="90" y="16"/>
                  </a:lnTo>
                  <a:lnTo>
                    <a:pt x="86" y="10"/>
                  </a:lnTo>
                  <a:lnTo>
                    <a:pt x="70" y="4"/>
                  </a:lnTo>
                  <a:lnTo>
                    <a:pt x="52" y="6"/>
                  </a:lnTo>
                  <a:lnTo>
                    <a:pt x="52" y="4"/>
                  </a:lnTo>
                  <a:lnTo>
                    <a:pt x="50" y="6"/>
                  </a:lnTo>
                  <a:lnTo>
                    <a:pt x="46" y="6"/>
                  </a:lnTo>
                  <a:lnTo>
                    <a:pt x="46" y="6"/>
                  </a:lnTo>
                  <a:lnTo>
                    <a:pt x="40" y="8"/>
                  </a:lnTo>
                  <a:lnTo>
                    <a:pt x="34" y="6"/>
                  </a:lnTo>
                  <a:lnTo>
                    <a:pt x="34" y="4"/>
                  </a:lnTo>
                  <a:lnTo>
                    <a:pt x="30" y="0"/>
                  </a:lnTo>
                  <a:lnTo>
                    <a:pt x="28" y="4"/>
                  </a:lnTo>
                  <a:lnTo>
                    <a:pt x="12" y="12"/>
                  </a:lnTo>
                  <a:lnTo>
                    <a:pt x="28" y="16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18" y="24"/>
                  </a:lnTo>
                  <a:lnTo>
                    <a:pt x="22" y="30"/>
                  </a:lnTo>
                  <a:lnTo>
                    <a:pt x="24" y="32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12" y="48"/>
                  </a:lnTo>
                  <a:lnTo>
                    <a:pt x="18" y="42"/>
                  </a:lnTo>
                  <a:close/>
                  <a:moveTo>
                    <a:pt x="36" y="32"/>
                  </a:moveTo>
                  <a:lnTo>
                    <a:pt x="36" y="32"/>
                  </a:lnTo>
                  <a:lnTo>
                    <a:pt x="34" y="32"/>
                  </a:lnTo>
                  <a:lnTo>
                    <a:pt x="34" y="30"/>
                  </a:lnTo>
                  <a:lnTo>
                    <a:pt x="36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7" name="Google Shape;327;p62"/>
            <p:cNvSpPr/>
            <p:nvPr/>
          </p:nvSpPr>
          <p:spPr>
            <a:xfrm>
              <a:off x="1468438" y="2578100"/>
              <a:ext cx="79375" cy="34925"/>
            </a:xfrm>
            <a:custGeom>
              <a:rect b="b" l="l" r="r" t="t"/>
              <a:pathLst>
                <a:path extrusionOk="0" h="22" w="50">
                  <a:moveTo>
                    <a:pt x="12" y="0"/>
                  </a:moveTo>
                  <a:lnTo>
                    <a:pt x="0" y="8"/>
                  </a:lnTo>
                  <a:lnTo>
                    <a:pt x="16" y="20"/>
                  </a:lnTo>
                  <a:lnTo>
                    <a:pt x="28" y="22"/>
                  </a:lnTo>
                  <a:lnTo>
                    <a:pt x="36" y="18"/>
                  </a:lnTo>
                  <a:lnTo>
                    <a:pt x="50" y="18"/>
                  </a:lnTo>
                  <a:lnTo>
                    <a:pt x="44" y="8"/>
                  </a:lnTo>
                  <a:lnTo>
                    <a:pt x="28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8" name="Google Shape;328;p62"/>
            <p:cNvSpPr/>
            <p:nvPr/>
          </p:nvSpPr>
          <p:spPr>
            <a:xfrm>
              <a:off x="282575" y="2241550"/>
              <a:ext cx="9525" cy="12700"/>
            </a:xfrm>
            <a:custGeom>
              <a:rect b="b" l="l" r="r" t="t"/>
              <a:pathLst>
                <a:path extrusionOk="0" h="8" w="6">
                  <a:moveTo>
                    <a:pt x="0" y="2"/>
                  </a:moveTo>
                  <a:lnTo>
                    <a:pt x="2" y="8"/>
                  </a:lnTo>
                  <a:lnTo>
                    <a:pt x="6" y="6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29" name="Google Shape;329;p62"/>
            <p:cNvSpPr/>
            <p:nvPr/>
          </p:nvSpPr>
          <p:spPr>
            <a:xfrm>
              <a:off x="1455738" y="2314575"/>
              <a:ext cx="41275" cy="15875"/>
            </a:xfrm>
            <a:custGeom>
              <a:rect b="b" l="l" r="r" t="t"/>
              <a:pathLst>
                <a:path extrusionOk="0" h="10" w="26">
                  <a:moveTo>
                    <a:pt x="0" y="2"/>
                  </a:moveTo>
                  <a:lnTo>
                    <a:pt x="0" y="8"/>
                  </a:lnTo>
                  <a:lnTo>
                    <a:pt x="26" y="10"/>
                  </a:lnTo>
                  <a:lnTo>
                    <a:pt x="2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0" name="Google Shape;330;p62"/>
            <p:cNvSpPr/>
            <p:nvPr/>
          </p:nvSpPr>
          <p:spPr>
            <a:xfrm>
              <a:off x="1611313" y="2489200"/>
              <a:ext cx="28575" cy="25400"/>
            </a:xfrm>
            <a:custGeom>
              <a:rect b="b" l="l" r="r" t="t"/>
              <a:pathLst>
                <a:path extrusionOk="0" h="16" w="18">
                  <a:moveTo>
                    <a:pt x="16" y="10"/>
                  </a:moveTo>
                  <a:lnTo>
                    <a:pt x="18" y="0"/>
                  </a:lnTo>
                  <a:lnTo>
                    <a:pt x="0" y="6"/>
                  </a:lnTo>
                  <a:lnTo>
                    <a:pt x="0" y="16"/>
                  </a:lnTo>
                  <a:lnTo>
                    <a:pt x="16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1" name="Google Shape;331;p62"/>
            <p:cNvSpPr/>
            <p:nvPr/>
          </p:nvSpPr>
          <p:spPr>
            <a:xfrm>
              <a:off x="1547813" y="2384425"/>
              <a:ext cx="25400" cy="25400"/>
            </a:xfrm>
            <a:custGeom>
              <a:rect b="b" l="l" r="r" t="t"/>
              <a:pathLst>
                <a:path extrusionOk="0" h="16" w="16">
                  <a:moveTo>
                    <a:pt x="16" y="16"/>
                  </a:moveTo>
                  <a:lnTo>
                    <a:pt x="12" y="8"/>
                  </a:lnTo>
                  <a:lnTo>
                    <a:pt x="4" y="0"/>
                  </a:lnTo>
                  <a:lnTo>
                    <a:pt x="0" y="2"/>
                  </a:lnTo>
                  <a:lnTo>
                    <a:pt x="8" y="16"/>
                  </a:lnTo>
                  <a:lnTo>
                    <a:pt x="16" y="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2" name="Google Shape;332;p62"/>
            <p:cNvSpPr/>
            <p:nvPr/>
          </p:nvSpPr>
          <p:spPr>
            <a:xfrm>
              <a:off x="1528763" y="2355850"/>
              <a:ext cx="15875" cy="44450"/>
            </a:xfrm>
            <a:custGeom>
              <a:rect b="b" l="l" r="r" t="t"/>
              <a:pathLst>
                <a:path extrusionOk="0" h="28" w="10">
                  <a:moveTo>
                    <a:pt x="0" y="16"/>
                  </a:moveTo>
                  <a:lnTo>
                    <a:pt x="10" y="28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3" name="Google Shape;333;p62"/>
            <p:cNvSpPr/>
            <p:nvPr/>
          </p:nvSpPr>
          <p:spPr>
            <a:xfrm>
              <a:off x="1484313" y="2390775"/>
              <a:ext cx="15875" cy="38100"/>
            </a:xfrm>
            <a:custGeom>
              <a:rect b="b" l="l" r="r" t="t"/>
              <a:pathLst>
                <a:path extrusionOk="0" h="24" w="10">
                  <a:moveTo>
                    <a:pt x="10" y="0"/>
                  </a:moveTo>
                  <a:lnTo>
                    <a:pt x="0" y="12"/>
                  </a:lnTo>
                  <a:lnTo>
                    <a:pt x="10" y="2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4" name="Google Shape;334;p62"/>
            <p:cNvSpPr/>
            <p:nvPr/>
          </p:nvSpPr>
          <p:spPr>
            <a:xfrm>
              <a:off x="1468438" y="2365375"/>
              <a:ext cx="25400" cy="38100"/>
            </a:xfrm>
            <a:custGeom>
              <a:rect b="b" l="l" r="r" t="t"/>
              <a:pathLst>
                <a:path extrusionOk="0" h="24" w="16">
                  <a:moveTo>
                    <a:pt x="10" y="4"/>
                  </a:moveTo>
                  <a:lnTo>
                    <a:pt x="6" y="0"/>
                  </a:lnTo>
                  <a:lnTo>
                    <a:pt x="0" y="14"/>
                  </a:lnTo>
                  <a:lnTo>
                    <a:pt x="14" y="24"/>
                  </a:lnTo>
                  <a:lnTo>
                    <a:pt x="16" y="14"/>
                  </a:lnTo>
                  <a:lnTo>
                    <a:pt x="10" y="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5" name="Google Shape;335;p62"/>
            <p:cNvSpPr/>
            <p:nvPr/>
          </p:nvSpPr>
          <p:spPr>
            <a:xfrm>
              <a:off x="1500188" y="2314575"/>
              <a:ext cx="15875" cy="34925"/>
            </a:xfrm>
            <a:custGeom>
              <a:rect b="b" l="l" r="r" t="t"/>
              <a:pathLst>
                <a:path extrusionOk="0" h="22" w="10">
                  <a:moveTo>
                    <a:pt x="10" y="12"/>
                  </a:moveTo>
                  <a:lnTo>
                    <a:pt x="8" y="0"/>
                  </a:lnTo>
                  <a:lnTo>
                    <a:pt x="0" y="12"/>
                  </a:lnTo>
                  <a:lnTo>
                    <a:pt x="4" y="22"/>
                  </a:lnTo>
                  <a:lnTo>
                    <a:pt x="10" y="22"/>
                  </a:ln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6" name="Google Shape;336;p62"/>
            <p:cNvSpPr/>
            <p:nvPr/>
          </p:nvSpPr>
          <p:spPr>
            <a:xfrm>
              <a:off x="1592263" y="2444750"/>
              <a:ext cx="22225" cy="22225"/>
            </a:xfrm>
            <a:custGeom>
              <a:rect b="b" l="l" r="r" t="t"/>
              <a:pathLst>
                <a:path extrusionOk="0" h="14" w="14">
                  <a:moveTo>
                    <a:pt x="0" y="4"/>
                  </a:moveTo>
                  <a:lnTo>
                    <a:pt x="4" y="8"/>
                  </a:lnTo>
                  <a:lnTo>
                    <a:pt x="4" y="14"/>
                  </a:lnTo>
                  <a:lnTo>
                    <a:pt x="10" y="14"/>
                  </a:lnTo>
                  <a:lnTo>
                    <a:pt x="14" y="2"/>
                  </a:lnTo>
                  <a:lnTo>
                    <a:pt x="2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7" name="Google Shape;337;p62"/>
            <p:cNvSpPr/>
            <p:nvPr/>
          </p:nvSpPr>
          <p:spPr>
            <a:xfrm>
              <a:off x="1773238" y="860425"/>
              <a:ext cx="22225" cy="31750"/>
            </a:xfrm>
            <a:custGeom>
              <a:rect b="b" l="l" r="r" t="t"/>
              <a:pathLst>
                <a:path extrusionOk="0" h="20" w="14">
                  <a:moveTo>
                    <a:pt x="14" y="10"/>
                  </a:moveTo>
                  <a:lnTo>
                    <a:pt x="14" y="0"/>
                  </a:lnTo>
                  <a:lnTo>
                    <a:pt x="2" y="6"/>
                  </a:lnTo>
                  <a:lnTo>
                    <a:pt x="0" y="20"/>
                  </a:lnTo>
                  <a:lnTo>
                    <a:pt x="14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8" name="Google Shape;338;p62"/>
            <p:cNvSpPr/>
            <p:nvPr/>
          </p:nvSpPr>
          <p:spPr>
            <a:xfrm>
              <a:off x="1414463" y="749300"/>
              <a:ext cx="34925" cy="63500"/>
            </a:xfrm>
            <a:custGeom>
              <a:rect b="b" l="l" r="r" t="t"/>
              <a:pathLst>
                <a:path extrusionOk="0" h="40" w="22">
                  <a:moveTo>
                    <a:pt x="22" y="6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8"/>
                  </a:lnTo>
                  <a:lnTo>
                    <a:pt x="0" y="28"/>
                  </a:lnTo>
                  <a:lnTo>
                    <a:pt x="12" y="40"/>
                  </a:lnTo>
                  <a:lnTo>
                    <a:pt x="22" y="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39" name="Google Shape;339;p62"/>
            <p:cNvSpPr/>
            <p:nvPr/>
          </p:nvSpPr>
          <p:spPr>
            <a:xfrm>
              <a:off x="1306513" y="714375"/>
              <a:ext cx="66675" cy="63500"/>
            </a:xfrm>
            <a:custGeom>
              <a:rect b="b" l="l" r="r" t="t"/>
              <a:pathLst>
                <a:path extrusionOk="0" h="40" w="42">
                  <a:moveTo>
                    <a:pt x="0" y="40"/>
                  </a:moveTo>
                  <a:lnTo>
                    <a:pt x="16" y="36"/>
                  </a:lnTo>
                  <a:lnTo>
                    <a:pt x="38" y="14"/>
                  </a:lnTo>
                  <a:lnTo>
                    <a:pt x="42" y="2"/>
                  </a:lnTo>
                  <a:lnTo>
                    <a:pt x="28" y="0"/>
                  </a:lnTo>
                  <a:lnTo>
                    <a:pt x="12" y="1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0" name="Google Shape;340;p62"/>
            <p:cNvSpPr/>
            <p:nvPr/>
          </p:nvSpPr>
          <p:spPr>
            <a:xfrm>
              <a:off x="1852613" y="790575"/>
              <a:ext cx="34925" cy="31750"/>
            </a:xfrm>
            <a:custGeom>
              <a:rect b="b" l="l" r="r" t="t"/>
              <a:pathLst>
                <a:path extrusionOk="0" h="20" w="22">
                  <a:moveTo>
                    <a:pt x="0" y="10"/>
                  </a:moveTo>
                  <a:lnTo>
                    <a:pt x="20" y="20"/>
                  </a:lnTo>
                  <a:lnTo>
                    <a:pt x="22" y="8"/>
                  </a:lnTo>
                  <a:lnTo>
                    <a:pt x="14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1" name="Google Shape;341;p62"/>
            <p:cNvSpPr/>
            <p:nvPr/>
          </p:nvSpPr>
          <p:spPr>
            <a:xfrm>
              <a:off x="1881188" y="1422400"/>
              <a:ext cx="98425" cy="47625"/>
            </a:xfrm>
            <a:custGeom>
              <a:rect b="b" l="l" r="r" t="t"/>
              <a:pathLst>
                <a:path extrusionOk="0" h="30" w="62">
                  <a:moveTo>
                    <a:pt x="56" y="16"/>
                  </a:moveTo>
                  <a:lnTo>
                    <a:pt x="44" y="10"/>
                  </a:lnTo>
                  <a:lnTo>
                    <a:pt x="16" y="0"/>
                  </a:lnTo>
                  <a:lnTo>
                    <a:pt x="0" y="6"/>
                  </a:lnTo>
                  <a:lnTo>
                    <a:pt x="22" y="16"/>
                  </a:lnTo>
                  <a:lnTo>
                    <a:pt x="24" y="22"/>
                  </a:lnTo>
                  <a:lnTo>
                    <a:pt x="48" y="30"/>
                  </a:lnTo>
                  <a:lnTo>
                    <a:pt x="62" y="28"/>
                  </a:lnTo>
                  <a:lnTo>
                    <a:pt x="56" y="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2" name="Google Shape;342;p62"/>
            <p:cNvSpPr/>
            <p:nvPr/>
          </p:nvSpPr>
          <p:spPr>
            <a:xfrm>
              <a:off x="1576388" y="336550"/>
              <a:ext cx="50800" cy="38100"/>
            </a:xfrm>
            <a:custGeom>
              <a:rect b="b" l="l" r="r" t="t"/>
              <a:pathLst>
                <a:path extrusionOk="0" h="24" w="32">
                  <a:moveTo>
                    <a:pt x="32" y="22"/>
                  </a:moveTo>
                  <a:lnTo>
                    <a:pt x="12" y="0"/>
                  </a:lnTo>
                  <a:lnTo>
                    <a:pt x="0" y="10"/>
                  </a:lnTo>
                  <a:lnTo>
                    <a:pt x="8" y="24"/>
                  </a:lnTo>
                  <a:lnTo>
                    <a:pt x="32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3" name="Google Shape;343;p62"/>
            <p:cNvSpPr/>
            <p:nvPr/>
          </p:nvSpPr>
          <p:spPr>
            <a:xfrm>
              <a:off x="1503363" y="323850"/>
              <a:ext cx="73025" cy="92075"/>
            </a:xfrm>
            <a:custGeom>
              <a:rect b="b" l="l" r="r" t="t"/>
              <a:pathLst>
                <a:path extrusionOk="0" h="58" w="46">
                  <a:moveTo>
                    <a:pt x="46" y="44"/>
                  </a:moveTo>
                  <a:lnTo>
                    <a:pt x="46" y="18"/>
                  </a:lnTo>
                  <a:lnTo>
                    <a:pt x="42" y="6"/>
                  </a:lnTo>
                  <a:lnTo>
                    <a:pt x="18" y="0"/>
                  </a:lnTo>
                  <a:lnTo>
                    <a:pt x="2" y="26"/>
                  </a:lnTo>
                  <a:lnTo>
                    <a:pt x="0" y="40"/>
                  </a:lnTo>
                  <a:lnTo>
                    <a:pt x="6" y="58"/>
                  </a:lnTo>
                  <a:lnTo>
                    <a:pt x="34" y="58"/>
                  </a:lnTo>
                  <a:lnTo>
                    <a:pt x="46" y="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4" name="Google Shape;344;p62"/>
            <p:cNvSpPr/>
            <p:nvPr/>
          </p:nvSpPr>
          <p:spPr>
            <a:xfrm>
              <a:off x="1204913" y="514350"/>
              <a:ext cx="222250" cy="196850"/>
            </a:xfrm>
            <a:custGeom>
              <a:rect b="b" l="l" r="r" t="t"/>
              <a:pathLst>
                <a:path extrusionOk="0" h="124" w="140">
                  <a:moveTo>
                    <a:pt x="140" y="94"/>
                  </a:moveTo>
                  <a:lnTo>
                    <a:pt x="122" y="76"/>
                  </a:lnTo>
                  <a:lnTo>
                    <a:pt x="110" y="76"/>
                  </a:lnTo>
                  <a:lnTo>
                    <a:pt x="104" y="54"/>
                  </a:lnTo>
                  <a:lnTo>
                    <a:pt x="64" y="28"/>
                  </a:lnTo>
                  <a:lnTo>
                    <a:pt x="64" y="24"/>
                  </a:lnTo>
                  <a:lnTo>
                    <a:pt x="56" y="16"/>
                  </a:lnTo>
                  <a:lnTo>
                    <a:pt x="48" y="22"/>
                  </a:lnTo>
                  <a:lnTo>
                    <a:pt x="46" y="10"/>
                  </a:lnTo>
                  <a:lnTo>
                    <a:pt x="42" y="0"/>
                  </a:lnTo>
                  <a:lnTo>
                    <a:pt x="28" y="4"/>
                  </a:lnTo>
                  <a:lnTo>
                    <a:pt x="22" y="20"/>
                  </a:lnTo>
                  <a:lnTo>
                    <a:pt x="18" y="60"/>
                  </a:lnTo>
                  <a:lnTo>
                    <a:pt x="20" y="74"/>
                  </a:lnTo>
                  <a:lnTo>
                    <a:pt x="6" y="86"/>
                  </a:lnTo>
                  <a:lnTo>
                    <a:pt x="0" y="98"/>
                  </a:lnTo>
                  <a:lnTo>
                    <a:pt x="6" y="106"/>
                  </a:lnTo>
                  <a:lnTo>
                    <a:pt x="30" y="98"/>
                  </a:lnTo>
                  <a:lnTo>
                    <a:pt x="30" y="114"/>
                  </a:lnTo>
                  <a:lnTo>
                    <a:pt x="40" y="124"/>
                  </a:lnTo>
                  <a:lnTo>
                    <a:pt x="72" y="94"/>
                  </a:lnTo>
                  <a:lnTo>
                    <a:pt x="74" y="82"/>
                  </a:lnTo>
                  <a:lnTo>
                    <a:pt x="80" y="80"/>
                  </a:lnTo>
                  <a:lnTo>
                    <a:pt x="78" y="86"/>
                  </a:lnTo>
                  <a:lnTo>
                    <a:pt x="92" y="88"/>
                  </a:lnTo>
                  <a:lnTo>
                    <a:pt x="92" y="98"/>
                  </a:lnTo>
                  <a:lnTo>
                    <a:pt x="118" y="110"/>
                  </a:lnTo>
                  <a:lnTo>
                    <a:pt x="140" y="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5" name="Google Shape;345;p62"/>
            <p:cNvSpPr/>
            <p:nvPr/>
          </p:nvSpPr>
          <p:spPr>
            <a:xfrm>
              <a:off x="1890713" y="1555750"/>
              <a:ext cx="82550" cy="53975"/>
            </a:xfrm>
            <a:custGeom>
              <a:rect b="b" l="l" r="r" t="t"/>
              <a:pathLst>
                <a:path extrusionOk="0" h="34" w="52">
                  <a:moveTo>
                    <a:pt x="8" y="0"/>
                  </a:moveTo>
                  <a:lnTo>
                    <a:pt x="0" y="10"/>
                  </a:lnTo>
                  <a:lnTo>
                    <a:pt x="18" y="26"/>
                  </a:lnTo>
                  <a:lnTo>
                    <a:pt x="26" y="24"/>
                  </a:lnTo>
                  <a:lnTo>
                    <a:pt x="36" y="34"/>
                  </a:lnTo>
                  <a:lnTo>
                    <a:pt x="52" y="16"/>
                  </a:lnTo>
                  <a:lnTo>
                    <a:pt x="16" y="12"/>
                  </a:lnTo>
                  <a:lnTo>
                    <a:pt x="12" y="6"/>
                  </a:lnTo>
                  <a:lnTo>
                    <a:pt x="12" y="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6" name="Google Shape;346;p62"/>
            <p:cNvSpPr/>
            <p:nvPr/>
          </p:nvSpPr>
          <p:spPr>
            <a:xfrm>
              <a:off x="1465263" y="682625"/>
              <a:ext cx="38100" cy="31750"/>
            </a:xfrm>
            <a:custGeom>
              <a:rect b="b" l="l" r="r" t="t"/>
              <a:pathLst>
                <a:path extrusionOk="0" h="20" w="24">
                  <a:moveTo>
                    <a:pt x="24" y="12"/>
                  </a:moveTo>
                  <a:lnTo>
                    <a:pt x="20" y="0"/>
                  </a:lnTo>
                  <a:lnTo>
                    <a:pt x="0" y="0"/>
                  </a:lnTo>
                  <a:lnTo>
                    <a:pt x="16" y="20"/>
                  </a:lnTo>
                  <a:lnTo>
                    <a:pt x="24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7" name="Google Shape;347;p62"/>
            <p:cNvSpPr/>
            <p:nvPr/>
          </p:nvSpPr>
          <p:spPr>
            <a:xfrm>
              <a:off x="1433513" y="238125"/>
              <a:ext cx="47625" cy="53975"/>
            </a:xfrm>
            <a:custGeom>
              <a:rect b="b" l="l" r="r" t="t"/>
              <a:pathLst>
                <a:path extrusionOk="0" h="34" w="30">
                  <a:moveTo>
                    <a:pt x="26" y="14"/>
                  </a:moveTo>
                  <a:lnTo>
                    <a:pt x="26" y="12"/>
                  </a:lnTo>
                  <a:lnTo>
                    <a:pt x="28" y="12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18" y="4"/>
                  </a:lnTo>
                  <a:lnTo>
                    <a:pt x="0" y="34"/>
                  </a:lnTo>
                  <a:lnTo>
                    <a:pt x="18" y="24"/>
                  </a:lnTo>
                  <a:lnTo>
                    <a:pt x="26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8" name="Google Shape;348;p62"/>
            <p:cNvSpPr/>
            <p:nvPr/>
          </p:nvSpPr>
          <p:spPr>
            <a:xfrm>
              <a:off x="5097463" y="3502025"/>
              <a:ext cx="222250" cy="434975"/>
            </a:xfrm>
            <a:custGeom>
              <a:rect b="b" l="l" r="r" t="t"/>
              <a:pathLst>
                <a:path extrusionOk="0" h="274" w="140">
                  <a:moveTo>
                    <a:pt x="114" y="0"/>
                  </a:moveTo>
                  <a:lnTo>
                    <a:pt x="104" y="8"/>
                  </a:lnTo>
                  <a:lnTo>
                    <a:pt x="104" y="24"/>
                  </a:lnTo>
                  <a:lnTo>
                    <a:pt x="98" y="24"/>
                  </a:lnTo>
                  <a:lnTo>
                    <a:pt x="96" y="30"/>
                  </a:lnTo>
                  <a:lnTo>
                    <a:pt x="86" y="30"/>
                  </a:lnTo>
                  <a:lnTo>
                    <a:pt x="88" y="4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6" y="54"/>
                  </a:lnTo>
                  <a:lnTo>
                    <a:pt x="72" y="60"/>
                  </a:lnTo>
                  <a:lnTo>
                    <a:pt x="72" y="60"/>
                  </a:lnTo>
                  <a:lnTo>
                    <a:pt x="60" y="70"/>
                  </a:lnTo>
                  <a:lnTo>
                    <a:pt x="62" y="78"/>
                  </a:lnTo>
                  <a:lnTo>
                    <a:pt x="56" y="70"/>
                  </a:lnTo>
                  <a:lnTo>
                    <a:pt x="42" y="78"/>
                  </a:lnTo>
                  <a:lnTo>
                    <a:pt x="40" y="76"/>
                  </a:lnTo>
                  <a:lnTo>
                    <a:pt x="22" y="82"/>
                  </a:lnTo>
                  <a:lnTo>
                    <a:pt x="22" y="84"/>
                  </a:lnTo>
                  <a:lnTo>
                    <a:pt x="22" y="88"/>
                  </a:lnTo>
                  <a:lnTo>
                    <a:pt x="12" y="108"/>
                  </a:lnTo>
                  <a:lnTo>
                    <a:pt x="24" y="152"/>
                  </a:lnTo>
                  <a:lnTo>
                    <a:pt x="0" y="194"/>
                  </a:lnTo>
                  <a:lnTo>
                    <a:pt x="2" y="212"/>
                  </a:lnTo>
                  <a:lnTo>
                    <a:pt x="10" y="228"/>
                  </a:lnTo>
                  <a:lnTo>
                    <a:pt x="12" y="252"/>
                  </a:lnTo>
                  <a:lnTo>
                    <a:pt x="18" y="260"/>
                  </a:lnTo>
                  <a:lnTo>
                    <a:pt x="40" y="274"/>
                  </a:lnTo>
                  <a:lnTo>
                    <a:pt x="56" y="266"/>
                  </a:lnTo>
                  <a:lnTo>
                    <a:pt x="70" y="264"/>
                  </a:lnTo>
                  <a:lnTo>
                    <a:pt x="80" y="252"/>
                  </a:lnTo>
                  <a:lnTo>
                    <a:pt x="118" y="132"/>
                  </a:lnTo>
                  <a:lnTo>
                    <a:pt x="122" y="102"/>
                  </a:lnTo>
                  <a:lnTo>
                    <a:pt x="128" y="90"/>
                  </a:lnTo>
                  <a:lnTo>
                    <a:pt x="128" y="72"/>
                  </a:lnTo>
                  <a:lnTo>
                    <a:pt x="132" y="80"/>
                  </a:lnTo>
                  <a:lnTo>
                    <a:pt x="136" y="80"/>
                  </a:lnTo>
                  <a:lnTo>
                    <a:pt x="140" y="68"/>
                  </a:lnTo>
                  <a:lnTo>
                    <a:pt x="128" y="2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49" name="Google Shape;349;p62"/>
            <p:cNvSpPr/>
            <p:nvPr/>
          </p:nvSpPr>
          <p:spPr>
            <a:xfrm>
              <a:off x="4773613" y="1997075"/>
              <a:ext cx="85725" cy="53975"/>
            </a:xfrm>
            <a:custGeom>
              <a:rect b="b" l="l" r="r" t="t"/>
              <a:pathLst>
                <a:path extrusionOk="0" h="34" w="54">
                  <a:moveTo>
                    <a:pt x="18" y="34"/>
                  </a:moveTo>
                  <a:lnTo>
                    <a:pt x="38" y="26"/>
                  </a:lnTo>
                  <a:lnTo>
                    <a:pt x="54" y="0"/>
                  </a:lnTo>
                  <a:lnTo>
                    <a:pt x="46" y="4"/>
                  </a:lnTo>
                  <a:lnTo>
                    <a:pt x="36" y="10"/>
                  </a:lnTo>
                  <a:lnTo>
                    <a:pt x="16" y="12"/>
                  </a:lnTo>
                  <a:lnTo>
                    <a:pt x="0" y="20"/>
                  </a:lnTo>
                  <a:lnTo>
                    <a:pt x="8" y="30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0" name="Google Shape;350;p62"/>
            <p:cNvSpPr/>
            <p:nvPr/>
          </p:nvSpPr>
          <p:spPr>
            <a:xfrm>
              <a:off x="4246563" y="1152525"/>
              <a:ext cx="19050" cy="25400"/>
            </a:xfrm>
            <a:custGeom>
              <a:rect b="b" l="l" r="r" t="t"/>
              <a:pathLst>
                <a:path extrusionOk="0" h="16" w="12">
                  <a:moveTo>
                    <a:pt x="12" y="12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8" y="16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1" name="Google Shape;351;p62"/>
            <p:cNvSpPr/>
            <p:nvPr/>
          </p:nvSpPr>
          <p:spPr>
            <a:xfrm>
              <a:off x="4414838" y="1898650"/>
              <a:ext cx="25400" cy="28575"/>
            </a:xfrm>
            <a:custGeom>
              <a:rect b="b" l="l" r="r" t="t"/>
              <a:pathLst>
                <a:path extrusionOk="0" h="18" w="16">
                  <a:moveTo>
                    <a:pt x="12" y="0"/>
                  </a:moveTo>
                  <a:lnTo>
                    <a:pt x="0" y="8"/>
                  </a:lnTo>
                  <a:lnTo>
                    <a:pt x="16" y="18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2" name="Google Shape;352;p62"/>
            <p:cNvSpPr/>
            <p:nvPr/>
          </p:nvSpPr>
          <p:spPr>
            <a:xfrm>
              <a:off x="4510088" y="2006600"/>
              <a:ext cx="95250" cy="34925"/>
            </a:xfrm>
            <a:custGeom>
              <a:rect b="b" l="l" r="r" t="t"/>
              <a:pathLst>
                <a:path extrusionOk="0" h="22" w="60">
                  <a:moveTo>
                    <a:pt x="26" y="22"/>
                  </a:moveTo>
                  <a:lnTo>
                    <a:pt x="56" y="18"/>
                  </a:lnTo>
                  <a:lnTo>
                    <a:pt x="60" y="6"/>
                  </a:lnTo>
                  <a:lnTo>
                    <a:pt x="50" y="10"/>
                  </a:lnTo>
                  <a:lnTo>
                    <a:pt x="32" y="4"/>
                  </a:lnTo>
                  <a:lnTo>
                    <a:pt x="20" y="6"/>
                  </a:lnTo>
                  <a:lnTo>
                    <a:pt x="16" y="0"/>
                  </a:lnTo>
                  <a:lnTo>
                    <a:pt x="6" y="0"/>
                  </a:lnTo>
                  <a:lnTo>
                    <a:pt x="0" y="14"/>
                  </a:lnTo>
                  <a:lnTo>
                    <a:pt x="20" y="14"/>
                  </a:lnTo>
                  <a:lnTo>
                    <a:pt x="26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3" name="Google Shape;353;p62"/>
            <p:cNvSpPr/>
            <p:nvPr/>
          </p:nvSpPr>
          <p:spPr>
            <a:xfrm>
              <a:off x="4554538" y="1841500"/>
              <a:ext cx="22225" cy="15875"/>
            </a:xfrm>
            <a:custGeom>
              <a:rect b="b" l="l" r="r" t="t"/>
              <a:pathLst>
                <a:path extrusionOk="0" h="10" w="14">
                  <a:moveTo>
                    <a:pt x="10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14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4" name="Google Shape;354;p62"/>
            <p:cNvSpPr/>
            <p:nvPr/>
          </p:nvSpPr>
          <p:spPr>
            <a:xfrm>
              <a:off x="3076575" y="460375"/>
              <a:ext cx="339725" cy="231775"/>
            </a:xfrm>
            <a:custGeom>
              <a:rect b="b" l="l" r="r" t="t"/>
              <a:pathLst>
                <a:path extrusionOk="0" h="146" w="214">
                  <a:moveTo>
                    <a:pt x="160" y="120"/>
                  </a:moveTo>
                  <a:lnTo>
                    <a:pt x="176" y="100"/>
                  </a:lnTo>
                  <a:lnTo>
                    <a:pt x="186" y="108"/>
                  </a:lnTo>
                  <a:lnTo>
                    <a:pt x="202" y="86"/>
                  </a:lnTo>
                  <a:lnTo>
                    <a:pt x="198" y="84"/>
                  </a:lnTo>
                  <a:lnTo>
                    <a:pt x="208" y="78"/>
                  </a:lnTo>
                  <a:lnTo>
                    <a:pt x="214" y="60"/>
                  </a:lnTo>
                  <a:lnTo>
                    <a:pt x="208" y="58"/>
                  </a:lnTo>
                  <a:lnTo>
                    <a:pt x="210" y="52"/>
                  </a:lnTo>
                  <a:lnTo>
                    <a:pt x="202" y="38"/>
                  </a:lnTo>
                  <a:lnTo>
                    <a:pt x="190" y="38"/>
                  </a:lnTo>
                  <a:lnTo>
                    <a:pt x="190" y="20"/>
                  </a:lnTo>
                  <a:lnTo>
                    <a:pt x="186" y="20"/>
                  </a:lnTo>
                  <a:lnTo>
                    <a:pt x="194" y="0"/>
                  </a:lnTo>
                  <a:lnTo>
                    <a:pt x="174" y="16"/>
                  </a:lnTo>
                  <a:lnTo>
                    <a:pt x="160" y="0"/>
                  </a:lnTo>
                  <a:lnTo>
                    <a:pt x="150" y="2"/>
                  </a:lnTo>
                  <a:lnTo>
                    <a:pt x="154" y="16"/>
                  </a:lnTo>
                  <a:lnTo>
                    <a:pt x="138" y="16"/>
                  </a:lnTo>
                  <a:lnTo>
                    <a:pt x="132" y="24"/>
                  </a:lnTo>
                  <a:lnTo>
                    <a:pt x="118" y="12"/>
                  </a:lnTo>
                  <a:lnTo>
                    <a:pt x="120" y="26"/>
                  </a:lnTo>
                  <a:lnTo>
                    <a:pt x="114" y="14"/>
                  </a:lnTo>
                  <a:lnTo>
                    <a:pt x="98" y="22"/>
                  </a:lnTo>
                  <a:lnTo>
                    <a:pt x="96" y="34"/>
                  </a:lnTo>
                  <a:lnTo>
                    <a:pt x="80" y="14"/>
                  </a:lnTo>
                  <a:lnTo>
                    <a:pt x="80" y="42"/>
                  </a:lnTo>
                  <a:lnTo>
                    <a:pt x="72" y="38"/>
                  </a:lnTo>
                  <a:lnTo>
                    <a:pt x="70" y="42"/>
                  </a:lnTo>
                  <a:lnTo>
                    <a:pt x="70" y="52"/>
                  </a:lnTo>
                  <a:lnTo>
                    <a:pt x="68" y="56"/>
                  </a:lnTo>
                  <a:lnTo>
                    <a:pt x="66" y="44"/>
                  </a:lnTo>
                  <a:lnTo>
                    <a:pt x="60" y="40"/>
                  </a:lnTo>
                  <a:lnTo>
                    <a:pt x="68" y="38"/>
                  </a:lnTo>
                  <a:lnTo>
                    <a:pt x="62" y="30"/>
                  </a:lnTo>
                  <a:lnTo>
                    <a:pt x="66" y="26"/>
                  </a:lnTo>
                  <a:lnTo>
                    <a:pt x="44" y="4"/>
                  </a:lnTo>
                  <a:lnTo>
                    <a:pt x="28" y="2"/>
                  </a:lnTo>
                  <a:lnTo>
                    <a:pt x="26" y="14"/>
                  </a:lnTo>
                  <a:lnTo>
                    <a:pt x="34" y="16"/>
                  </a:lnTo>
                  <a:lnTo>
                    <a:pt x="28" y="16"/>
                  </a:lnTo>
                  <a:lnTo>
                    <a:pt x="40" y="24"/>
                  </a:lnTo>
                  <a:lnTo>
                    <a:pt x="40" y="30"/>
                  </a:lnTo>
                  <a:lnTo>
                    <a:pt x="22" y="18"/>
                  </a:lnTo>
                  <a:lnTo>
                    <a:pt x="20" y="22"/>
                  </a:lnTo>
                  <a:lnTo>
                    <a:pt x="12" y="22"/>
                  </a:lnTo>
                  <a:lnTo>
                    <a:pt x="16" y="30"/>
                  </a:lnTo>
                  <a:lnTo>
                    <a:pt x="12" y="32"/>
                  </a:lnTo>
                  <a:lnTo>
                    <a:pt x="16" y="36"/>
                  </a:lnTo>
                  <a:lnTo>
                    <a:pt x="4" y="30"/>
                  </a:lnTo>
                  <a:lnTo>
                    <a:pt x="12" y="42"/>
                  </a:lnTo>
                  <a:lnTo>
                    <a:pt x="4" y="40"/>
                  </a:lnTo>
                  <a:lnTo>
                    <a:pt x="0" y="54"/>
                  </a:lnTo>
                  <a:lnTo>
                    <a:pt x="42" y="48"/>
                  </a:lnTo>
                  <a:lnTo>
                    <a:pt x="50" y="52"/>
                  </a:lnTo>
                  <a:lnTo>
                    <a:pt x="36" y="68"/>
                  </a:lnTo>
                  <a:lnTo>
                    <a:pt x="36" y="68"/>
                  </a:lnTo>
                  <a:lnTo>
                    <a:pt x="14" y="80"/>
                  </a:lnTo>
                  <a:lnTo>
                    <a:pt x="16" y="84"/>
                  </a:lnTo>
                  <a:lnTo>
                    <a:pt x="38" y="82"/>
                  </a:lnTo>
                  <a:lnTo>
                    <a:pt x="48" y="98"/>
                  </a:lnTo>
                  <a:lnTo>
                    <a:pt x="44" y="106"/>
                  </a:lnTo>
                  <a:lnTo>
                    <a:pt x="52" y="104"/>
                  </a:lnTo>
                  <a:lnTo>
                    <a:pt x="52" y="106"/>
                  </a:lnTo>
                  <a:lnTo>
                    <a:pt x="36" y="110"/>
                  </a:lnTo>
                  <a:lnTo>
                    <a:pt x="36" y="126"/>
                  </a:lnTo>
                  <a:lnTo>
                    <a:pt x="66" y="124"/>
                  </a:lnTo>
                  <a:lnTo>
                    <a:pt x="88" y="138"/>
                  </a:lnTo>
                  <a:lnTo>
                    <a:pt x="114" y="146"/>
                  </a:lnTo>
                  <a:lnTo>
                    <a:pt x="144" y="120"/>
                  </a:lnTo>
                  <a:lnTo>
                    <a:pt x="160" y="120"/>
                  </a:lnTo>
                  <a:close/>
                  <a:moveTo>
                    <a:pt x="52" y="66"/>
                  </a:moveTo>
                  <a:lnTo>
                    <a:pt x="52" y="68"/>
                  </a:lnTo>
                  <a:lnTo>
                    <a:pt x="42" y="68"/>
                  </a:lnTo>
                  <a:lnTo>
                    <a:pt x="52" y="6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5" name="Google Shape;355;p62"/>
            <p:cNvSpPr/>
            <p:nvPr/>
          </p:nvSpPr>
          <p:spPr>
            <a:xfrm>
              <a:off x="4052888" y="1724025"/>
              <a:ext cx="53975" cy="168275"/>
            </a:xfrm>
            <a:custGeom>
              <a:rect b="b" l="l" r="r" t="t"/>
              <a:pathLst>
                <a:path extrusionOk="0" h="106" w="34">
                  <a:moveTo>
                    <a:pt x="6" y="94"/>
                  </a:moveTo>
                  <a:lnTo>
                    <a:pt x="14" y="106"/>
                  </a:lnTo>
                  <a:lnTo>
                    <a:pt x="24" y="96"/>
                  </a:lnTo>
                  <a:lnTo>
                    <a:pt x="28" y="98"/>
                  </a:lnTo>
                  <a:lnTo>
                    <a:pt x="34" y="92"/>
                  </a:lnTo>
                  <a:lnTo>
                    <a:pt x="32" y="58"/>
                  </a:lnTo>
                  <a:lnTo>
                    <a:pt x="30" y="46"/>
                  </a:lnTo>
                  <a:lnTo>
                    <a:pt x="26" y="42"/>
                  </a:lnTo>
                  <a:lnTo>
                    <a:pt x="32" y="20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8"/>
                  </a:lnTo>
                  <a:lnTo>
                    <a:pt x="8" y="14"/>
                  </a:lnTo>
                  <a:lnTo>
                    <a:pt x="10" y="32"/>
                  </a:lnTo>
                  <a:lnTo>
                    <a:pt x="18" y="42"/>
                  </a:lnTo>
                  <a:lnTo>
                    <a:pt x="10" y="52"/>
                  </a:lnTo>
                  <a:lnTo>
                    <a:pt x="0" y="48"/>
                  </a:lnTo>
                  <a:lnTo>
                    <a:pt x="8" y="76"/>
                  </a:lnTo>
                  <a:lnTo>
                    <a:pt x="6" y="9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6" name="Google Shape;356;p62"/>
            <p:cNvSpPr/>
            <p:nvPr/>
          </p:nvSpPr>
          <p:spPr>
            <a:xfrm>
              <a:off x="3848100" y="1866900"/>
              <a:ext cx="25400" cy="25400"/>
            </a:xfrm>
            <a:custGeom>
              <a:rect b="b" l="l" r="r" t="t"/>
              <a:pathLst>
                <a:path extrusionOk="0" h="16" w="16">
                  <a:moveTo>
                    <a:pt x="16" y="0"/>
                  </a:moveTo>
                  <a:lnTo>
                    <a:pt x="0" y="12"/>
                  </a:lnTo>
                  <a:lnTo>
                    <a:pt x="1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7" name="Google Shape;357;p62"/>
            <p:cNvSpPr/>
            <p:nvPr/>
          </p:nvSpPr>
          <p:spPr>
            <a:xfrm>
              <a:off x="3929063" y="1838325"/>
              <a:ext cx="22225" cy="19050"/>
            </a:xfrm>
            <a:custGeom>
              <a:rect b="b" l="l" r="r" t="t"/>
              <a:pathLst>
                <a:path extrusionOk="0" h="12" w="14">
                  <a:moveTo>
                    <a:pt x="8" y="0"/>
                  </a:moveTo>
                  <a:lnTo>
                    <a:pt x="2" y="0"/>
                  </a:lnTo>
                  <a:lnTo>
                    <a:pt x="0" y="6"/>
                  </a:lnTo>
                  <a:lnTo>
                    <a:pt x="14" y="1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8" name="Google Shape;358;p62"/>
            <p:cNvSpPr/>
            <p:nvPr/>
          </p:nvSpPr>
          <p:spPr>
            <a:xfrm>
              <a:off x="3883025" y="1838325"/>
              <a:ext cx="39688" cy="38100"/>
            </a:xfrm>
            <a:custGeom>
              <a:rect b="b" l="l" r="r" t="t"/>
              <a:pathLst>
                <a:path extrusionOk="0" h="24" w="25">
                  <a:moveTo>
                    <a:pt x="25" y="10"/>
                  </a:moveTo>
                  <a:lnTo>
                    <a:pt x="19" y="8"/>
                  </a:lnTo>
                  <a:lnTo>
                    <a:pt x="19" y="0"/>
                  </a:lnTo>
                  <a:lnTo>
                    <a:pt x="0" y="14"/>
                  </a:lnTo>
                  <a:lnTo>
                    <a:pt x="17" y="24"/>
                  </a:lnTo>
                  <a:lnTo>
                    <a:pt x="25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59" name="Google Shape;359;p62"/>
            <p:cNvSpPr/>
            <p:nvPr/>
          </p:nvSpPr>
          <p:spPr>
            <a:xfrm>
              <a:off x="4465638" y="120650"/>
              <a:ext cx="50800" cy="28575"/>
            </a:xfrm>
            <a:custGeom>
              <a:rect b="b" l="l" r="r" t="t"/>
              <a:pathLst>
                <a:path extrusionOk="0" h="18" w="32">
                  <a:moveTo>
                    <a:pt x="32" y="4"/>
                  </a:moveTo>
                  <a:lnTo>
                    <a:pt x="8" y="0"/>
                  </a:lnTo>
                  <a:lnTo>
                    <a:pt x="0" y="6"/>
                  </a:lnTo>
                  <a:lnTo>
                    <a:pt x="8" y="18"/>
                  </a:lnTo>
                  <a:lnTo>
                    <a:pt x="32" y="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0" name="Google Shape;360;p62"/>
            <p:cNvSpPr/>
            <p:nvPr/>
          </p:nvSpPr>
          <p:spPr>
            <a:xfrm>
              <a:off x="4348163" y="1016000"/>
              <a:ext cx="34925" cy="66675"/>
            </a:xfrm>
            <a:custGeom>
              <a:rect b="b" l="l" r="r" t="t"/>
              <a:pathLst>
                <a:path extrusionOk="0" h="42" w="22">
                  <a:moveTo>
                    <a:pt x="18" y="8"/>
                  </a:moveTo>
                  <a:lnTo>
                    <a:pt x="22" y="0"/>
                  </a:lnTo>
                  <a:lnTo>
                    <a:pt x="12" y="0"/>
                  </a:lnTo>
                  <a:lnTo>
                    <a:pt x="2" y="14"/>
                  </a:lnTo>
                  <a:lnTo>
                    <a:pt x="0" y="42"/>
                  </a:lnTo>
                  <a:lnTo>
                    <a:pt x="18" y="20"/>
                  </a:lnTo>
                  <a:lnTo>
                    <a:pt x="18" y="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1" name="Google Shape;361;p62"/>
            <p:cNvSpPr/>
            <p:nvPr/>
          </p:nvSpPr>
          <p:spPr>
            <a:xfrm>
              <a:off x="1966913" y="2644775"/>
              <a:ext cx="28575" cy="25400"/>
            </a:xfrm>
            <a:custGeom>
              <a:rect b="b" l="l" r="r" t="t"/>
              <a:pathLst>
                <a:path extrusionOk="0" h="16" w="18">
                  <a:moveTo>
                    <a:pt x="10" y="0"/>
                  </a:moveTo>
                  <a:lnTo>
                    <a:pt x="0" y="4"/>
                  </a:lnTo>
                  <a:lnTo>
                    <a:pt x="0" y="16"/>
                  </a:lnTo>
                  <a:lnTo>
                    <a:pt x="18" y="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2" name="Google Shape;362;p62"/>
            <p:cNvSpPr/>
            <p:nvPr/>
          </p:nvSpPr>
          <p:spPr>
            <a:xfrm>
              <a:off x="1985963" y="2695575"/>
              <a:ext cx="19050" cy="22225"/>
            </a:xfrm>
            <a:custGeom>
              <a:rect b="b" l="l" r="r" t="t"/>
              <a:pathLst>
                <a:path extrusionOk="0" h="14" w="12">
                  <a:moveTo>
                    <a:pt x="12" y="14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4" y="14"/>
                  </a:lnTo>
                  <a:lnTo>
                    <a:pt x="1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3" name="Google Shape;363;p62"/>
            <p:cNvSpPr/>
            <p:nvPr/>
          </p:nvSpPr>
          <p:spPr>
            <a:xfrm>
              <a:off x="4395788" y="873125"/>
              <a:ext cx="19050" cy="31750"/>
            </a:xfrm>
            <a:custGeom>
              <a:rect b="b" l="l" r="r" t="t"/>
              <a:pathLst>
                <a:path extrusionOk="0" h="20" w="12">
                  <a:moveTo>
                    <a:pt x="10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12" y="2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4" name="Google Shape;364;p62"/>
            <p:cNvSpPr/>
            <p:nvPr/>
          </p:nvSpPr>
          <p:spPr>
            <a:xfrm>
              <a:off x="3495675" y="1155700"/>
              <a:ext cx="161925" cy="203200"/>
            </a:xfrm>
            <a:custGeom>
              <a:rect b="b" l="l" r="r" t="t"/>
              <a:pathLst>
                <a:path extrusionOk="0" h="128" w="102">
                  <a:moveTo>
                    <a:pt x="0" y="102"/>
                  </a:moveTo>
                  <a:lnTo>
                    <a:pt x="12" y="108"/>
                  </a:lnTo>
                  <a:lnTo>
                    <a:pt x="2" y="116"/>
                  </a:lnTo>
                  <a:lnTo>
                    <a:pt x="14" y="116"/>
                  </a:lnTo>
                  <a:lnTo>
                    <a:pt x="12" y="118"/>
                  </a:lnTo>
                  <a:lnTo>
                    <a:pt x="14" y="122"/>
                  </a:lnTo>
                  <a:lnTo>
                    <a:pt x="18" y="122"/>
                  </a:lnTo>
                  <a:lnTo>
                    <a:pt x="16" y="128"/>
                  </a:lnTo>
                  <a:lnTo>
                    <a:pt x="20" y="126"/>
                  </a:lnTo>
                  <a:lnTo>
                    <a:pt x="30" y="126"/>
                  </a:lnTo>
                  <a:lnTo>
                    <a:pt x="62" y="108"/>
                  </a:lnTo>
                  <a:lnTo>
                    <a:pt x="86" y="106"/>
                  </a:lnTo>
                  <a:lnTo>
                    <a:pt x="92" y="80"/>
                  </a:lnTo>
                  <a:lnTo>
                    <a:pt x="92" y="60"/>
                  </a:lnTo>
                  <a:lnTo>
                    <a:pt x="86" y="50"/>
                  </a:lnTo>
                  <a:lnTo>
                    <a:pt x="88" y="48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100" y="38"/>
                  </a:lnTo>
                  <a:lnTo>
                    <a:pt x="102" y="38"/>
                  </a:lnTo>
                  <a:lnTo>
                    <a:pt x="100" y="34"/>
                  </a:lnTo>
                  <a:lnTo>
                    <a:pt x="102" y="30"/>
                  </a:lnTo>
                  <a:lnTo>
                    <a:pt x="94" y="24"/>
                  </a:lnTo>
                  <a:lnTo>
                    <a:pt x="96" y="14"/>
                  </a:lnTo>
                  <a:lnTo>
                    <a:pt x="88" y="4"/>
                  </a:lnTo>
                  <a:lnTo>
                    <a:pt x="72" y="8"/>
                  </a:lnTo>
                  <a:lnTo>
                    <a:pt x="76" y="4"/>
                  </a:lnTo>
                  <a:lnTo>
                    <a:pt x="64" y="0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48" y="8"/>
                  </a:lnTo>
                  <a:lnTo>
                    <a:pt x="34" y="26"/>
                  </a:lnTo>
                  <a:lnTo>
                    <a:pt x="44" y="28"/>
                  </a:lnTo>
                  <a:lnTo>
                    <a:pt x="40" y="36"/>
                  </a:lnTo>
                  <a:lnTo>
                    <a:pt x="18" y="34"/>
                  </a:lnTo>
                  <a:lnTo>
                    <a:pt x="14" y="42"/>
                  </a:lnTo>
                  <a:lnTo>
                    <a:pt x="16" y="44"/>
                  </a:lnTo>
                  <a:lnTo>
                    <a:pt x="4" y="44"/>
                  </a:lnTo>
                  <a:lnTo>
                    <a:pt x="18" y="52"/>
                  </a:lnTo>
                  <a:lnTo>
                    <a:pt x="12" y="60"/>
                  </a:lnTo>
                  <a:lnTo>
                    <a:pt x="16" y="68"/>
                  </a:lnTo>
                  <a:lnTo>
                    <a:pt x="30" y="72"/>
                  </a:lnTo>
                  <a:lnTo>
                    <a:pt x="18" y="90"/>
                  </a:lnTo>
                  <a:lnTo>
                    <a:pt x="20" y="92"/>
                  </a:lnTo>
                  <a:lnTo>
                    <a:pt x="16" y="98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5" name="Google Shape;365;p62"/>
            <p:cNvSpPr/>
            <p:nvPr/>
          </p:nvSpPr>
          <p:spPr>
            <a:xfrm>
              <a:off x="3609975" y="974725"/>
              <a:ext cx="260350" cy="450850"/>
            </a:xfrm>
            <a:custGeom>
              <a:rect b="b" l="l" r="r" t="t"/>
              <a:pathLst>
                <a:path extrusionOk="0" h="284" w="164">
                  <a:moveTo>
                    <a:pt x="12" y="32"/>
                  </a:moveTo>
                  <a:lnTo>
                    <a:pt x="0" y="46"/>
                  </a:lnTo>
                  <a:lnTo>
                    <a:pt x="22" y="60"/>
                  </a:lnTo>
                  <a:lnTo>
                    <a:pt x="20" y="66"/>
                  </a:lnTo>
                  <a:lnTo>
                    <a:pt x="10" y="68"/>
                  </a:lnTo>
                  <a:lnTo>
                    <a:pt x="14" y="72"/>
                  </a:lnTo>
                  <a:lnTo>
                    <a:pt x="10" y="74"/>
                  </a:lnTo>
                  <a:lnTo>
                    <a:pt x="16" y="84"/>
                  </a:lnTo>
                  <a:lnTo>
                    <a:pt x="28" y="84"/>
                  </a:lnTo>
                  <a:lnTo>
                    <a:pt x="26" y="88"/>
                  </a:lnTo>
                  <a:lnTo>
                    <a:pt x="20" y="88"/>
                  </a:lnTo>
                  <a:lnTo>
                    <a:pt x="16" y="98"/>
                  </a:lnTo>
                  <a:lnTo>
                    <a:pt x="14" y="94"/>
                  </a:lnTo>
                  <a:lnTo>
                    <a:pt x="4" y="106"/>
                  </a:lnTo>
                  <a:lnTo>
                    <a:pt x="20" y="110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4" y="98"/>
                  </a:lnTo>
                  <a:lnTo>
                    <a:pt x="20" y="116"/>
                  </a:lnTo>
                  <a:lnTo>
                    <a:pt x="24" y="118"/>
                  </a:lnTo>
                  <a:lnTo>
                    <a:pt x="30" y="110"/>
                  </a:lnTo>
                  <a:lnTo>
                    <a:pt x="30" y="114"/>
                  </a:lnTo>
                  <a:lnTo>
                    <a:pt x="36" y="114"/>
                  </a:lnTo>
                  <a:lnTo>
                    <a:pt x="36" y="102"/>
                  </a:lnTo>
                  <a:lnTo>
                    <a:pt x="34" y="102"/>
                  </a:lnTo>
                  <a:lnTo>
                    <a:pt x="34" y="102"/>
                  </a:lnTo>
                  <a:lnTo>
                    <a:pt x="38" y="96"/>
                  </a:lnTo>
                  <a:lnTo>
                    <a:pt x="40" y="98"/>
                  </a:lnTo>
                  <a:lnTo>
                    <a:pt x="36" y="104"/>
                  </a:lnTo>
                  <a:lnTo>
                    <a:pt x="40" y="112"/>
                  </a:lnTo>
                  <a:lnTo>
                    <a:pt x="34" y="126"/>
                  </a:lnTo>
                  <a:lnTo>
                    <a:pt x="30" y="126"/>
                  </a:lnTo>
                  <a:lnTo>
                    <a:pt x="36" y="144"/>
                  </a:lnTo>
                  <a:lnTo>
                    <a:pt x="40" y="136"/>
                  </a:lnTo>
                  <a:lnTo>
                    <a:pt x="48" y="142"/>
                  </a:lnTo>
                  <a:lnTo>
                    <a:pt x="50" y="136"/>
                  </a:lnTo>
                  <a:lnTo>
                    <a:pt x="66" y="132"/>
                  </a:lnTo>
                  <a:lnTo>
                    <a:pt x="58" y="144"/>
                  </a:lnTo>
                  <a:lnTo>
                    <a:pt x="70" y="160"/>
                  </a:lnTo>
                  <a:lnTo>
                    <a:pt x="74" y="158"/>
                  </a:lnTo>
                  <a:lnTo>
                    <a:pt x="70" y="168"/>
                  </a:lnTo>
                  <a:lnTo>
                    <a:pt x="74" y="170"/>
                  </a:lnTo>
                  <a:lnTo>
                    <a:pt x="72" y="176"/>
                  </a:lnTo>
                  <a:lnTo>
                    <a:pt x="72" y="176"/>
                  </a:lnTo>
                  <a:lnTo>
                    <a:pt x="58" y="178"/>
                  </a:lnTo>
                  <a:lnTo>
                    <a:pt x="56" y="182"/>
                  </a:lnTo>
                  <a:lnTo>
                    <a:pt x="48" y="176"/>
                  </a:lnTo>
                  <a:lnTo>
                    <a:pt x="44" y="178"/>
                  </a:lnTo>
                  <a:lnTo>
                    <a:pt x="50" y="186"/>
                  </a:lnTo>
                  <a:lnTo>
                    <a:pt x="50" y="186"/>
                  </a:lnTo>
                  <a:lnTo>
                    <a:pt x="40" y="194"/>
                  </a:lnTo>
                  <a:lnTo>
                    <a:pt x="44" y="198"/>
                  </a:lnTo>
                  <a:lnTo>
                    <a:pt x="52" y="196"/>
                  </a:lnTo>
                  <a:lnTo>
                    <a:pt x="54" y="206"/>
                  </a:lnTo>
                  <a:lnTo>
                    <a:pt x="52" y="212"/>
                  </a:lnTo>
                  <a:lnTo>
                    <a:pt x="28" y="226"/>
                  </a:lnTo>
                  <a:lnTo>
                    <a:pt x="36" y="236"/>
                  </a:lnTo>
                  <a:lnTo>
                    <a:pt x="46" y="232"/>
                  </a:lnTo>
                  <a:lnTo>
                    <a:pt x="48" y="238"/>
                  </a:lnTo>
                  <a:lnTo>
                    <a:pt x="58" y="236"/>
                  </a:lnTo>
                  <a:lnTo>
                    <a:pt x="66" y="244"/>
                  </a:lnTo>
                  <a:lnTo>
                    <a:pt x="52" y="246"/>
                  </a:lnTo>
                  <a:lnTo>
                    <a:pt x="22" y="284"/>
                  </a:lnTo>
                  <a:lnTo>
                    <a:pt x="36" y="284"/>
                  </a:lnTo>
                  <a:lnTo>
                    <a:pt x="44" y="274"/>
                  </a:lnTo>
                  <a:lnTo>
                    <a:pt x="64" y="278"/>
                  </a:lnTo>
                  <a:lnTo>
                    <a:pt x="68" y="266"/>
                  </a:lnTo>
                  <a:lnTo>
                    <a:pt x="78" y="262"/>
                  </a:lnTo>
                  <a:lnTo>
                    <a:pt x="84" y="268"/>
                  </a:lnTo>
                  <a:lnTo>
                    <a:pt x="102" y="264"/>
                  </a:lnTo>
                  <a:lnTo>
                    <a:pt x="106" y="258"/>
                  </a:lnTo>
                  <a:lnTo>
                    <a:pt x="116" y="262"/>
                  </a:lnTo>
                  <a:lnTo>
                    <a:pt x="150" y="256"/>
                  </a:lnTo>
                  <a:lnTo>
                    <a:pt x="162" y="240"/>
                  </a:lnTo>
                  <a:lnTo>
                    <a:pt x="146" y="240"/>
                  </a:lnTo>
                  <a:lnTo>
                    <a:pt x="144" y="238"/>
                  </a:lnTo>
                  <a:lnTo>
                    <a:pt x="164" y="220"/>
                  </a:lnTo>
                  <a:lnTo>
                    <a:pt x="164" y="198"/>
                  </a:lnTo>
                  <a:lnTo>
                    <a:pt x="154" y="190"/>
                  </a:lnTo>
                  <a:lnTo>
                    <a:pt x="136" y="194"/>
                  </a:lnTo>
                  <a:lnTo>
                    <a:pt x="140" y="182"/>
                  </a:lnTo>
                  <a:lnTo>
                    <a:pt x="134" y="176"/>
                  </a:lnTo>
                  <a:lnTo>
                    <a:pt x="136" y="176"/>
                  </a:lnTo>
                  <a:lnTo>
                    <a:pt x="136" y="166"/>
                  </a:lnTo>
                  <a:lnTo>
                    <a:pt x="120" y="140"/>
                  </a:lnTo>
                  <a:lnTo>
                    <a:pt x="112" y="136"/>
                  </a:lnTo>
                  <a:lnTo>
                    <a:pt x="102" y="108"/>
                  </a:lnTo>
                  <a:lnTo>
                    <a:pt x="82" y="92"/>
                  </a:lnTo>
                  <a:lnTo>
                    <a:pt x="78" y="92"/>
                  </a:lnTo>
                  <a:lnTo>
                    <a:pt x="84" y="88"/>
                  </a:lnTo>
                  <a:lnTo>
                    <a:pt x="80" y="80"/>
                  </a:lnTo>
                  <a:lnTo>
                    <a:pt x="82" y="80"/>
                  </a:lnTo>
                  <a:lnTo>
                    <a:pt x="90" y="66"/>
                  </a:lnTo>
                  <a:lnTo>
                    <a:pt x="100" y="46"/>
                  </a:lnTo>
                  <a:lnTo>
                    <a:pt x="96" y="34"/>
                  </a:lnTo>
                  <a:lnTo>
                    <a:pt x="54" y="38"/>
                  </a:lnTo>
                  <a:lnTo>
                    <a:pt x="54" y="38"/>
                  </a:lnTo>
                  <a:lnTo>
                    <a:pt x="64" y="32"/>
                  </a:lnTo>
                  <a:lnTo>
                    <a:pt x="58" y="28"/>
                  </a:lnTo>
                  <a:lnTo>
                    <a:pt x="74" y="14"/>
                  </a:lnTo>
                  <a:lnTo>
                    <a:pt x="74" y="2"/>
                  </a:lnTo>
                  <a:lnTo>
                    <a:pt x="72" y="2"/>
                  </a:lnTo>
                  <a:lnTo>
                    <a:pt x="68" y="0"/>
                  </a:lnTo>
                  <a:lnTo>
                    <a:pt x="36" y="2"/>
                  </a:lnTo>
                  <a:lnTo>
                    <a:pt x="32" y="14"/>
                  </a:lnTo>
                  <a:lnTo>
                    <a:pt x="28" y="16"/>
                  </a:lnTo>
                  <a:lnTo>
                    <a:pt x="26" y="22"/>
                  </a:lnTo>
                  <a:lnTo>
                    <a:pt x="28" y="26"/>
                  </a:lnTo>
                  <a:lnTo>
                    <a:pt x="20" y="30"/>
                  </a:lnTo>
                  <a:lnTo>
                    <a:pt x="22" y="40"/>
                  </a:lnTo>
                  <a:lnTo>
                    <a:pt x="18" y="40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18" y="48"/>
                  </a:lnTo>
                  <a:lnTo>
                    <a:pt x="12" y="32"/>
                  </a:lnTo>
                  <a:close/>
                  <a:moveTo>
                    <a:pt x="24" y="80"/>
                  </a:moveTo>
                  <a:lnTo>
                    <a:pt x="28" y="78"/>
                  </a:lnTo>
                  <a:lnTo>
                    <a:pt x="28" y="84"/>
                  </a:lnTo>
                  <a:lnTo>
                    <a:pt x="24" y="80"/>
                  </a:lnTo>
                  <a:close/>
                  <a:moveTo>
                    <a:pt x="66" y="244"/>
                  </a:moveTo>
                  <a:lnTo>
                    <a:pt x="76" y="240"/>
                  </a:lnTo>
                  <a:lnTo>
                    <a:pt x="72" y="244"/>
                  </a:lnTo>
                  <a:lnTo>
                    <a:pt x="66" y="2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6" name="Google Shape;366;p62"/>
            <p:cNvSpPr/>
            <p:nvPr/>
          </p:nvSpPr>
          <p:spPr>
            <a:xfrm>
              <a:off x="3667125" y="1206500"/>
              <a:ext cx="22225" cy="28575"/>
            </a:xfrm>
            <a:custGeom>
              <a:rect b="b" l="l" r="r" t="t"/>
              <a:pathLst>
                <a:path extrusionOk="0" h="18" w="14">
                  <a:moveTo>
                    <a:pt x="14" y="2"/>
                  </a:moveTo>
                  <a:lnTo>
                    <a:pt x="10" y="0"/>
                  </a:lnTo>
                  <a:lnTo>
                    <a:pt x="0" y="18"/>
                  </a:lnTo>
                  <a:lnTo>
                    <a:pt x="14" y="10"/>
                  </a:lnTo>
                  <a:lnTo>
                    <a:pt x="14" y="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7" name="Google Shape;367;p62"/>
            <p:cNvSpPr/>
            <p:nvPr/>
          </p:nvSpPr>
          <p:spPr>
            <a:xfrm>
              <a:off x="3603625" y="981075"/>
              <a:ext cx="31750" cy="53975"/>
            </a:xfrm>
            <a:custGeom>
              <a:rect b="b" l="l" r="r" t="t"/>
              <a:pathLst>
                <a:path extrusionOk="0" h="34" w="20">
                  <a:moveTo>
                    <a:pt x="16" y="18"/>
                  </a:moveTo>
                  <a:lnTo>
                    <a:pt x="20" y="14"/>
                  </a:lnTo>
                  <a:lnTo>
                    <a:pt x="18" y="0"/>
                  </a:lnTo>
                  <a:lnTo>
                    <a:pt x="0" y="12"/>
                  </a:lnTo>
                  <a:lnTo>
                    <a:pt x="0" y="34"/>
                  </a:lnTo>
                  <a:lnTo>
                    <a:pt x="18" y="22"/>
                  </a:lnTo>
                  <a:lnTo>
                    <a:pt x="16" y="1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8" name="Google Shape;368;p62"/>
            <p:cNvSpPr/>
            <p:nvPr/>
          </p:nvSpPr>
          <p:spPr>
            <a:xfrm>
              <a:off x="8753475" y="1158875"/>
              <a:ext cx="38100" cy="44450"/>
            </a:xfrm>
            <a:custGeom>
              <a:rect b="b" l="l" r="r" t="t"/>
              <a:pathLst>
                <a:path extrusionOk="0" h="28" w="24">
                  <a:moveTo>
                    <a:pt x="24" y="28"/>
                  </a:moveTo>
                  <a:lnTo>
                    <a:pt x="12" y="0"/>
                  </a:lnTo>
                  <a:lnTo>
                    <a:pt x="6" y="0"/>
                  </a:lnTo>
                  <a:lnTo>
                    <a:pt x="0" y="2"/>
                  </a:lnTo>
                  <a:lnTo>
                    <a:pt x="8" y="18"/>
                  </a:lnTo>
                  <a:lnTo>
                    <a:pt x="24" y="2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69" name="Google Shape;369;p62"/>
            <p:cNvSpPr/>
            <p:nvPr/>
          </p:nvSpPr>
          <p:spPr>
            <a:xfrm>
              <a:off x="8196263" y="1616075"/>
              <a:ext cx="66675" cy="53975"/>
            </a:xfrm>
            <a:custGeom>
              <a:rect b="b" l="l" r="r" t="t"/>
              <a:pathLst>
                <a:path extrusionOk="0" h="34" w="42">
                  <a:moveTo>
                    <a:pt x="26" y="8"/>
                  </a:moveTo>
                  <a:lnTo>
                    <a:pt x="18" y="6"/>
                  </a:lnTo>
                  <a:lnTo>
                    <a:pt x="0" y="30"/>
                  </a:lnTo>
                  <a:lnTo>
                    <a:pt x="4" y="34"/>
                  </a:lnTo>
                  <a:lnTo>
                    <a:pt x="42" y="8"/>
                  </a:lnTo>
                  <a:lnTo>
                    <a:pt x="38" y="0"/>
                  </a:lnTo>
                  <a:lnTo>
                    <a:pt x="26" y="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0" name="Google Shape;370;p62"/>
            <p:cNvSpPr/>
            <p:nvPr/>
          </p:nvSpPr>
          <p:spPr>
            <a:xfrm>
              <a:off x="5246688" y="225425"/>
              <a:ext cx="76200" cy="76200"/>
            </a:xfrm>
            <a:custGeom>
              <a:rect b="b" l="l" r="r" t="t"/>
              <a:pathLst>
                <a:path extrusionOk="0" h="48" w="48">
                  <a:moveTo>
                    <a:pt x="8" y="46"/>
                  </a:moveTo>
                  <a:lnTo>
                    <a:pt x="8" y="42"/>
                  </a:lnTo>
                  <a:lnTo>
                    <a:pt x="18" y="48"/>
                  </a:lnTo>
                  <a:lnTo>
                    <a:pt x="48" y="26"/>
                  </a:lnTo>
                  <a:lnTo>
                    <a:pt x="22" y="0"/>
                  </a:lnTo>
                  <a:lnTo>
                    <a:pt x="10" y="4"/>
                  </a:lnTo>
                  <a:lnTo>
                    <a:pt x="2" y="20"/>
                  </a:lnTo>
                  <a:lnTo>
                    <a:pt x="0" y="38"/>
                  </a:lnTo>
                  <a:lnTo>
                    <a:pt x="2" y="46"/>
                  </a:lnTo>
                  <a:lnTo>
                    <a:pt x="8" y="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1" name="Google Shape;371;p62"/>
            <p:cNvSpPr/>
            <p:nvPr/>
          </p:nvSpPr>
          <p:spPr>
            <a:xfrm>
              <a:off x="8275638" y="1590675"/>
              <a:ext cx="31750" cy="31750"/>
            </a:xfrm>
            <a:custGeom>
              <a:rect b="b" l="l" r="r" t="t"/>
              <a:pathLst>
                <a:path extrusionOk="0" h="20" w="20">
                  <a:moveTo>
                    <a:pt x="18" y="0"/>
                  </a:moveTo>
                  <a:lnTo>
                    <a:pt x="8" y="4"/>
                  </a:lnTo>
                  <a:lnTo>
                    <a:pt x="0" y="16"/>
                  </a:lnTo>
                  <a:lnTo>
                    <a:pt x="2" y="20"/>
                  </a:lnTo>
                  <a:lnTo>
                    <a:pt x="20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2" name="Google Shape;372;p62"/>
            <p:cNvSpPr/>
            <p:nvPr/>
          </p:nvSpPr>
          <p:spPr>
            <a:xfrm>
              <a:off x="8813800" y="180975"/>
              <a:ext cx="53975" cy="47625"/>
            </a:xfrm>
            <a:custGeom>
              <a:rect b="b" l="l" r="r" t="t"/>
              <a:pathLst>
                <a:path extrusionOk="0" h="30" w="34">
                  <a:moveTo>
                    <a:pt x="32" y="30"/>
                  </a:moveTo>
                  <a:lnTo>
                    <a:pt x="34" y="14"/>
                  </a:lnTo>
                  <a:lnTo>
                    <a:pt x="8" y="0"/>
                  </a:lnTo>
                  <a:lnTo>
                    <a:pt x="0" y="8"/>
                  </a:lnTo>
                  <a:lnTo>
                    <a:pt x="16" y="28"/>
                  </a:lnTo>
                  <a:lnTo>
                    <a:pt x="32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3" name="Google Shape;373;p62"/>
            <p:cNvSpPr/>
            <p:nvPr/>
          </p:nvSpPr>
          <p:spPr>
            <a:xfrm>
              <a:off x="8440738" y="1381125"/>
              <a:ext cx="34925" cy="47625"/>
            </a:xfrm>
            <a:custGeom>
              <a:rect b="b" l="l" r="r" t="t"/>
              <a:pathLst>
                <a:path extrusionOk="0" h="30" w="22">
                  <a:moveTo>
                    <a:pt x="2" y="18"/>
                  </a:moveTo>
                  <a:lnTo>
                    <a:pt x="0" y="30"/>
                  </a:lnTo>
                  <a:lnTo>
                    <a:pt x="20" y="18"/>
                  </a:lnTo>
                  <a:lnTo>
                    <a:pt x="22" y="14"/>
                  </a:lnTo>
                  <a:lnTo>
                    <a:pt x="22" y="0"/>
                  </a:lnTo>
                  <a:lnTo>
                    <a:pt x="2" y="1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4" name="Google Shape;374;p62"/>
            <p:cNvSpPr/>
            <p:nvPr/>
          </p:nvSpPr>
          <p:spPr>
            <a:xfrm>
              <a:off x="8680450" y="942975"/>
              <a:ext cx="47625" cy="53975"/>
            </a:xfrm>
            <a:custGeom>
              <a:rect b="b" l="l" r="r" t="t"/>
              <a:pathLst>
                <a:path extrusionOk="0" h="34" w="30">
                  <a:moveTo>
                    <a:pt x="4" y="34"/>
                  </a:moveTo>
                  <a:lnTo>
                    <a:pt x="30" y="14"/>
                  </a:lnTo>
                  <a:lnTo>
                    <a:pt x="22" y="0"/>
                  </a:lnTo>
                  <a:lnTo>
                    <a:pt x="4" y="12"/>
                  </a:lnTo>
                  <a:lnTo>
                    <a:pt x="8" y="14"/>
                  </a:lnTo>
                  <a:lnTo>
                    <a:pt x="0" y="30"/>
                  </a:lnTo>
                  <a:lnTo>
                    <a:pt x="4" y="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5" name="Google Shape;375;p62"/>
            <p:cNvSpPr/>
            <p:nvPr/>
          </p:nvSpPr>
          <p:spPr>
            <a:xfrm>
              <a:off x="7904163" y="1165225"/>
              <a:ext cx="38100" cy="38100"/>
            </a:xfrm>
            <a:custGeom>
              <a:rect b="b" l="l" r="r" t="t"/>
              <a:pathLst>
                <a:path extrusionOk="0" h="24" w="24">
                  <a:moveTo>
                    <a:pt x="2" y="14"/>
                  </a:moveTo>
                  <a:lnTo>
                    <a:pt x="0" y="20"/>
                  </a:lnTo>
                  <a:lnTo>
                    <a:pt x="12" y="24"/>
                  </a:lnTo>
                  <a:lnTo>
                    <a:pt x="24" y="6"/>
                  </a:lnTo>
                  <a:lnTo>
                    <a:pt x="8" y="0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6" name="Google Shape;376;p62"/>
            <p:cNvSpPr/>
            <p:nvPr/>
          </p:nvSpPr>
          <p:spPr>
            <a:xfrm>
              <a:off x="4462463" y="952500"/>
              <a:ext cx="38100" cy="25400"/>
            </a:xfrm>
            <a:custGeom>
              <a:rect b="b" l="l" r="r" t="t"/>
              <a:pathLst>
                <a:path extrusionOk="0" h="16" w="24">
                  <a:moveTo>
                    <a:pt x="24" y="10"/>
                  </a:moveTo>
                  <a:lnTo>
                    <a:pt x="18" y="0"/>
                  </a:lnTo>
                  <a:lnTo>
                    <a:pt x="0" y="6"/>
                  </a:lnTo>
                  <a:lnTo>
                    <a:pt x="10" y="16"/>
                  </a:lnTo>
                  <a:lnTo>
                    <a:pt x="24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7" name="Google Shape;377;p62"/>
            <p:cNvSpPr/>
            <p:nvPr/>
          </p:nvSpPr>
          <p:spPr>
            <a:xfrm>
              <a:off x="4459288" y="974725"/>
              <a:ext cx="53975" cy="44450"/>
            </a:xfrm>
            <a:custGeom>
              <a:rect b="b" l="l" r="r" t="t"/>
              <a:pathLst>
                <a:path extrusionOk="0" h="28" w="34">
                  <a:moveTo>
                    <a:pt x="4" y="26"/>
                  </a:moveTo>
                  <a:lnTo>
                    <a:pt x="10" y="28"/>
                  </a:lnTo>
                  <a:lnTo>
                    <a:pt x="14" y="16"/>
                  </a:lnTo>
                  <a:lnTo>
                    <a:pt x="34" y="10"/>
                  </a:lnTo>
                  <a:lnTo>
                    <a:pt x="26" y="0"/>
                  </a:lnTo>
                  <a:lnTo>
                    <a:pt x="0" y="6"/>
                  </a:lnTo>
                  <a:lnTo>
                    <a:pt x="0" y="16"/>
                  </a:lnTo>
                  <a:lnTo>
                    <a:pt x="4" y="20"/>
                  </a:lnTo>
                  <a:lnTo>
                    <a:pt x="4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8" name="Google Shape;378;p62"/>
            <p:cNvSpPr/>
            <p:nvPr/>
          </p:nvSpPr>
          <p:spPr>
            <a:xfrm>
              <a:off x="7189788" y="3457575"/>
              <a:ext cx="1212850" cy="958850"/>
            </a:xfrm>
            <a:custGeom>
              <a:rect b="b" l="l" r="r" t="t"/>
              <a:pathLst>
                <a:path extrusionOk="0" h="604" w="764">
                  <a:moveTo>
                    <a:pt x="756" y="302"/>
                  </a:moveTo>
                  <a:lnTo>
                    <a:pt x="754" y="300"/>
                  </a:lnTo>
                  <a:lnTo>
                    <a:pt x="756" y="300"/>
                  </a:lnTo>
                  <a:lnTo>
                    <a:pt x="762" y="288"/>
                  </a:lnTo>
                  <a:lnTo>
                    <a:pt x="758" y="280"/>
                  </a:lnTo>
                  <a:lnTo>
                    <a:pt x="752" y="280"/>
                  </a:lnTo>
                  <a:lnTo>
                    <a:pt x="752" y="294"/>
                  </a:lnTo>
                  <a:lnTo>
                    <a:pt x="742" y="278"/>
                  </a:lnTo>
                  <a:lnTo>
                    <a:pt x="714" y="254"/>
                  </a:lnTo>
                  <a:lnTo>
                    <a:pt x="710" y="224"/>
                  </a:lnTo>
                  <a:lnTo>
                    <a:pt x="706" y="232"/>
                  </a:lnTo>
                  <a:lnTo>
                    <a:pt x="696" y="222"/>
                  </a:lnTo>
                  <a:lnTo>
                    <a:pt x="692" y="232"/>
                  </a:lnTo>
                  <a:lnTo>
                    <a:pt x="690" y="232"/>
                  </a:lnTo>
                  <a:lnTo>
                    <a:pt x="688" y="214"/>
                  </a:lnTo>
                  <a:lnTo>
                    <a:pt x="678" y="200"/>
                  </a:lnTo>
                  <a:lnTo>
                    <a:pt x="674" y="198"/>
                  </a:lnTo>
                  <a:lnTo>
                    <a:pt x="676" y="190"/>
                  </a:lnTo>
                  <a:lnTo>
                    <a:pt x="660" y="180"/>
                  </a:lnTo>
                  <a:lnTo>
                    <a:pt x="652" y="178"/>
                  </a:lnTo>
                  <a:lnTo>
                    <a:pt x="648" y="168"/>
                  </a:lnTo>
                  <a:lnTo>
                    <a:pt x="646" y="168"/>
                  </a:lnTo>
                  <a:lnTo>
                    <a:pt x="638" y="168"/>
                  </a:lnTo>
                  <a:lnTo>
                    <a:pt x="630" y="164"/>
                  </a:lnTo>
                  <a:lnTo>
                    <a:pt x="628" y="156"/>
                  </a:lnTo>
                  <a:lnTo>
                    <a:pt x="624" y="154"/>
                  </a:lnTo>
                  <a:lnTo>
                    <a:pt x="620" y="122"/>
                  </a:lnTo>
                  <a:lnTo>
                    <a:pt x="614" y="116"/>
                  </a:lnTo>
                  <a:lnTo>
                    <a:pt x="610" y="86"/>
                  </a:lnTo>
                  <a:lnTo>
                    <a:pt x="594" y="70"/>
                  </a:lnTo>
                  <a:lnTo>
                    <a:pt x="582" y="74"/>
                  </a:lnTo>
                  <a:lnTo>
                    <a:pt x="580" y="72"/>
                  </a:lnTo>
                  <a:lnTo>
                    <a:pt x="572" y="40"/>
                  </a:lnTo>
                  <a:lnTo>
                    <a:pt x="566" y="34"/>
                  </a:lnTo>
                  <a:lnTo>
                    <a:pt x="566" y="26"/>
                  </a:lnTo>
                  <a:lnTo>
                    <a:pt x="562" y="22"/>
                  </a:lnTo>
                  <a:lnTo>
                    <a:pt x="560" y="8"/>
                  </a:lnTo>
                  <a:lnTo>
                    <a:pt x="558" y="0"/>
                  </a:lnTo>
                  <a:lnTo>
                    <a:pt x="546" y="8"/>
                  </a:lnTo>
                  <a:lnTo>
                    <a:pt x="534" y="38"/>
                  </a:lnTo>
                  <a:lnTo>
                    <a:pt x="536" y="42"/>
                  </a:lnTo>
                  <a:lnTo>
                    <a:pt x="532" y="62"/>
                  </a:lnTo>
                  <a:lnTo>
                    <a:pt x="534" y="88"/>
                  </a:lnTo>
                  <a:lnTo>
                    <a:pt x="528" y="118"/>
                  </a:lnTo>
                  <a:lnTo>
                    <a:pt x="520" y="134"/>
                  </a:lnTo>
                  <a:lnTo>
                    <a:pt x="508" y="138"/>
                  </a:lnTo>
                  <a:lnTo>
                    <a:pt x="494" y="130"/>
                  </a:lnTo>
                  <a:lnTo>
                    <a:pt x="488" y="120"/>
                  </a:lnTo>
                  <a:lnTo>
                    <a:pt x="472" y="118"/>
                  </a:lnTo>
                  <a:lnTo>
                    <a:pt x="456" y="102"/>
                  </a:lnTo>
                  <a:lnTo>
                    <a:pt x="442" y="104"/>
                  </a:lnTo>
                  <a:lnTo>
                    <a:pt x="440" y="92"/>
                  </a:lnTo>
                  <a:lnTo>
                    <a:pt x="426" y="86"/>
                  </a:lnTo>
                  <a:lnTo>
                    <a:pt x="434" y="60"/>
                  </a:lnTo>
                  <a:lnTo>
                    <a:pt x="436" y="62"/>
                  </a:lnTo>
                  <a:lnTo>
                    <a:pt x="438" y="54"/>
                  </a:lnTo>
                  <a:lnTo>
                    <a:pt x="442" y="56"/>
                  </a:lnTo>
                  <a:lnTo>
                    <a:pt x="444" y="50"/>
                  </a:lnTo>
                  <a:lnTo>
                    <a:pt x="442" y="46"/>
                  </a:lnTo>
                  <a:lnTo>
                    <a:pt x="452" y="34"/>
                  </a:lnTo>
                  <a:lnTo>
                    <a:pt x="442" y="34"/>
                  </a:lnTo>
                  <a:lnTo>
                    <a:pt x="440" y="22"/>
                  </a:lnTo>
                  <a:lnTo>
                    <a:pt x="432" y="32"/>
                  </a:lnTo>
                  <a:lnTo>
                    <a:pt x="432" y="30"/>
                  </a:lnTo>
                  <a:lnTo>
                    <a:pt x="432" y="30"/>
                  </a:lnTo>
                  <a:lnTo>
                    <a:pt x="428" y="26"/>
                  </a:lnTo>
                  <a:lnTo>
                    <a:pt x="416" y="32"/>
                  </a:lnTo>
                  <a:lnTo>
                    <a:pt x="408" y="28"/>
                  </a:lnTo>
                  <a:lnTo>
                    <a:pt x="396" y="28"/>
                  </a:lnTo>
                  <a:lnTo>
                    <a:pt x="388" y="24"/>
                  </a:lnTo>
                  <a:lnTo>
                    <a:pt x="376" y="22"/>
                  </a:lnTo>
                  <a:lnTo>
                    <a:pt x="370" y="14"/>
                  </a:lnTo>
                  <a:lnTo>
                    <a:pt x="368" y="18"/>
                  </a:lnTo>
                  <a:lnTo>
                    <a:pt x="360" y="10"/>
                  </a:lnTo>
                  <a:lnTo>
                    <a:pt x="358" y="12"/>
                  </a:lnTo>
                  <a:lnTo>
                    <a:pt x="356" y="10"/>
                  </a:lnTo>
                  <a:lnTo>
                    <a:pt x="344" y="16"/>
                  </a:lnTo>
                  <a:lnTo>
                    <a:pt x="342" y="10"/>
                  </a:lnTo>
                  <a:lnTo>
                    <a:pt x="330" y="16"/>
                  </a:lnTo>
                  <a:lnTo>
                    <a:pt x="320" y="8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14" y="22"/>
                  </a:lnTo>
                  <a:lnTo>
                    <a:pt x="318" y="30"/>
                  </a:lnTo>
                  <a:lnTo>
                    <a:pt x="330" y="28"/>
                  </a:lnTo>
                  <a:lnTo>
                    <a:pt x="336" y="30"/>
                  </a:lnTo>
                  <a:lnTo>
                    <a:pt x="348" y="22"/>
                  </a:lnTo>
                  <a:lnTo>
                    <a:pt x="346" y="18"/>
                  </a:lnTo>
                  <a:lnTo>
                    <a:pt x="354" y="20"/>
                  </a:lnTo>
                  <a:lnTo>
                    <a:pt x="364" y="24"/>
                  </a:lnTo>
                  <a:lnTo>
                    <a:pt x="364" y="30"/>
                  </a:lnTo>
                  <a:lnTo>
                    <a:pt x="356" y="34"/>
                  </a:lnTo>
                  <a:lnTo>
                    <a:pt x="336" y="32"/>
                  </a:lnTo>
                  <a:lnTo>
                    <a:pt x="332" y="38"/>
                  </a:lnTo>
                  <a:lnTo>
                    <a:pt x="332" y="38"/>
                  </a:lnTo>
                  <a:lnTo>
                    <a:pt x="330" y="36"/>
                  </a:lnTo>
                  <a:lnTo>
                    <a:pt x="320" y="44"/>
                  </a:lnTo>
                  <a:lnTo>
                    <a:pt x="318" y="54"/>
                  </a:lnTo>
                  <a:lnTo>
                    <a:pt x="320" y="54"/>
                  </a:lnTo>
                  <a:lnTo>
                    <a:pt x="320" y="56"/>
                  </a:lnTo>
                  <a:lnTo>
                    <a:pt x="314" y="56"/>
                  </a:lnTo>
                  <a:lnTo>
                    <a:pt x="302" y="76"/>
                  </a:lnTo>
                  <a:lnTo>
                    <a:pt x="308" y="84"/>
                  </a:lnTo>
                  <a:lnTo>
                    <a:pt x="308" y="84"/>
                  </a:lnTo>
                  <a:lnTo>
                    <a:pt x="302" y="82"/>
                  </a:lnTo>
                  <a:lnTo>
                    <a:pt x="288" y="82"/>
                  </a:lnTo>
                  <a:lnTo>
                    <a:pt x="284" y="84"/>
                  </a:lnTo>
                  <a:lnTo>
                    <a:pt x="286" y="80"/>
                  </a:lnTo>
                  <a:lnTo>
                    <a:pt x="274" y="68"/>
                  </a:lnTo>
                  <a:lnTo>
                    <a:pt x="258" y="62"/>
                  </a:lnTo>
                  <a:lnTo>
                    <a:pt x="246" y="68"/>
                  </a:lnTo>
                  <a:lnTo>
                    <a:pt x="240" y="58"/>
                  </a:lnTo>
                  <a:lnTo>
                    <a:pt x="240" y="76"/>
                  </a:lnTo>
                  <a:lnTo>
                    <a:pt x="224" y="78"/>
                  </a:lnTo>
                  <a:lnTo>
                    <a:pt x="226" y="86"/>
                  </a:lnTo>
                  <a:lnTo>
                    <a:pt x="218" y="84"/>
                  </a:lnTo>
                  <a:lnTo>
                    <a:pt x="222" y="94"/>
                  </a:lnTo>
                  <a:lnTo>
                    <a:pt x="212" y="96"/>
                  </a:lnTo>
                  <a:lnTo>
                    <a:pt x="214" y="102"/>
                  </a:lnTo>
                  <a:lnTo>
                    <a:pt x="208" y="112"/>
                  </a:lnTo>
                  <a:lnTo>
                    <a:pt x="208" y="114"/>
                  </a:lnTo>
                  <a:lnTo>
                    <a:pt x="208" y="114"/>
                  </a:lnTo>
                  <a:lnTo>
                    <a:pt x="204" y="106"/>
                  </a:lnTo>
                  <a:lnTo>
                    <a:pt x="194" y="110"/>
                  </a:lnTo>
                  <a:lnTo>
                    <a:pt x="194" y="112"/>
                  </a:lnTo>
                  <a:lnTo>
                    <a:pt x="194" y="120"/>
                  </a:lnTo>
                  <a:lnTo>
                    <a:pt x="196" y="126"/>
                  </a:lnTo>
                  <a:lnTo>
                    <a:pt x="194" y="126"/>
                  </a:lnTo>
                  <a:lnTo>
                    <a:pt x="194" y="128"/>
                  </a:lnTo>
                  <a:lnTo>
                    <a:pt x="182" y="108"/>
                  </a:lnTo>
                  <a:lnTo>
                    <a:pt x="180" y="120"/>
                  </a:lnTo>
                  <a:lnTo>
                    <a:pt x="170" y="126"/>
                  </a:lnTo>
                  <a:lnTo>
                    <a:pt x="166" y="136"/>
                  </a:lnTo>
                  <a:lnTo>
                    <a:pt x="170" y="146"/>
                  </a:lnTo>
                  <a:lnTo>
                    <a:pt x="162" y="154"/>
                  </a:lnTo>
                  <a:lnTo>
                    <a:pt x="156" y="168"/>
                  </a:lnTo>
                  <a:lnTo>
                    <a:pt x="146" y="174"/>
                  </a:lnTo>
                  <a:lnTo>
                    <a:pt x="120" y="182"/>
                  </a:lnTo>
                  <a:lnTo>
                    <a:pt x="112" y="182"/>
                  </a:lnTo>
                  <a:lnTo>
                    <a:pt x="104" y="188"/>
                  </a:lnTo>
                  <a:lnTo>
                    <a:pt x="84" y="196"/>
                  </a:lnTo>
                  <a:lnTo>
                    <a:pt x="66" y="192"/>
                  </a:lnTo>
                  <a:lnTo>
                    <a:pt x="50" y="204"/>
                  </a:lnTo>
                  <a:lnTo>
                    <a:pt x="42" y="214"/>
                  </a:lnTo>
                  <a:lnTo>
                    <a:pt x="24" y="220"/>
                  </a:lnTo>
                  <a:lnTo>
                    <a:pt x="20" y="226"/>
                  </a:lnTo>
                  <a:lnTo>
                    <a:pt x="20" y="218"/>
                  </a:lnTo>
                  <a:lnTo>
                    <a:pt x="16" y="218"/>
                  </a:lnTo>
                  <a:lnTo>
                    <a:pt x="14" y="220"/>
                  </a:lnTo>
                  <a:lnTo>
                    <a:pt x="8" y="232"/>
                  </a:lnTo>
                  <a:lnTo>
                    <a:pt x="10" y="252"/>
                  </a:lnTo>
                  <a:lnTo>
                    <a:pt x="2" y="266"/>
                  </a:lnTo>
                  <a:lnTo>
                    <a:pt x="2" y="276"/>
                  </a:lnTo>
                  <a:lnTo>
                    <a:pt x="18" y="308"/>
                  </a:lnTo>
                  <a:lnTo>
                    <a:pt x="16" y="310"/>
                  </a:lnTo>
                  <a:lnTo>
                    <a:pt x="14" y="306"/>
                  </a:lnTo>
                  <a:lnTo>
                    <a:pt x="10" y="308"/>
                  </a:lnTo>
                  <a:lnTo>
                    <a:pt x="12" y="316"/>
                  </a:lnTo>
                  <a:lnTo>
                    <a:pt x="10" y="316"/>
                  </a:lnTo>
                  <a:lnTo>
                    <a:pt x="8" y="310"/>
                  </a:lnTo>
                  <a:lnTo>
                    <a:pt x="4" y="308"/>
                  </a:lnTo>
                  <a:lnTo>
                    <a:pt x="0" y="312"/>
                  </a:lnTo>
                  <a:lnTo>
                    <a:pt x="14" y="330"/>
                  </a:lnTo>
                  <a:lnTo>
                    <a:pt x="18" y="350"/>
                  </a:lnTo>
                  <a:lnTo>
                    <a:pt x="32" y="374"/>
                  </a:lnTo>
                  <a:lnTo>
                    <a:pt x="34" y="400"/>
                  </a:lnTo>
                  <a:lnTo>
                    <a:pt x="48" y="428"/>
                  </a:lnTo>
                  <a:lnTo>
                    <a:pt x="48" y="460"/>
                  </a:lnTo>
                  <a:lnTo>
                    <a:pt x="44" y="468"/>
                  </a:lnTo>
                  <a:lnTo>
                    <a:pt x="36" y="468"/>
                  </a:lnTo>
                  <a:lnTo>
                    <a:pt x="36" y="486"/>
                  </a:lnTo>
                  <a:lnTo>
                    <a:pt x="44" y="488"/>
                  </a:lnTo>
                  <a:lnTo>
                    <a:pt x="56" y="502"/>
                  </a:lnTo>
                  <a:lnTo>
                    <a:pt x="92" y="508"/>
                  </a:lnTo>
                  <a:lnTo>
                    <a:pt x="94" y="504"/>
                  </a:lnTo>
                  <a:lnTo>
                    <a:pt x="98" y="504"/>
                  </a:lnTo>
                  <a:lnTo>
                    <a:pt x="110" y="492"/>
                  </a:lnTo>
                  <a:lnTo>
                    <a:pt x="120" y="492"/>
                  </a:lnTo>
                  <a:lnTo>
                    <a:pt x="132" y="480"/>
                  </a:lnTo>
                  <a:lnTo>
                    <a:pt x="200" y="478"/>
                  </a:lnTo>
                  <a:lnTo>
                    <a:pt x="210" y="460"/>
                  </a:lnTo>
                  <a:lnTo>
                    <a:pt x="246" y="444"/>
                  </a:lnTo>
                  <a:lnTo>
                    <a:pt x="284" y="438"/>
                  </a:lnTo>
                  <a:lnTo>
                    <a:pt x="304" y="428"/>
                  </a:lnTo>
                  <a:lnTo>
                    <a:pt x="336" y="426"/>
                  </a:lnTo>
                  <a:lnTo>
                    <a:pt x="348" y="430"/>
                  </a:lnTo>
                  <a:lnTo>
                    <a:pt x="362" y="440"/>
                  </a:lnTo>
                  <a:lnTo>
                    <a:pt x="368" y="436"/>
                  </a:lnTo>
                  <a:lnTo>
                    <a:pt x="388" y="446"/>
                  </a:lnTo>
                  <a:lnTo>
                    <a:pt x="386" y="444"/>
                  </a:lnTo>
                  <a:lnTo>
                    <a:pt x="396" y="448"/>
                  </a:lnTo>
                  <a:lnTo>
                    <a:pt x="394" y="458"/>
                  </a:lnTo>
                  <a:lnTo>
                    <a:pt x="406" y="464"/>
                  </a:lnTo>
                  <a:lnTo>
                    <a:pt x="418" y="486"/>
                  </a:lnTo>
                  <a:lnTo>
                    <a:pt x="418" y="488"/>
                  </a:lnTo>
                  <a:lnTo>
                    <a:pt x="412" y="486"/>
                  </a:lnTo>
                  <a:lnTo>
                    <a:pt x="412" y="496"/>
                  </a:lnTo>
                  <a:lnTo>
                    <a:pt x="432" y="508"/>
                  </a:lnTo>
                  <a:lnTo>
                    <a:pt x="432" y="494"/>
                  </a:lnTo>
                  <a:lnTo>
                    <a:pt x="440" y="484"/>
                  </a:lnTo>
                  <a:lnTo>
                    <a:pt x="456" y="474"/>
                  </a:lnTo>
                  <a:lnTo>
                    <a:pt x="466" y="458"/>
                  </a:lnTo>
                  <a:lnTo>
                    <a:pt x="466" y="460"/>
                  </a:lnTo>
                  <a:lnTo>
                    <a:pt x="466" y="468"/>
                  </a:lnTo>
                  <a:lnTo>
                    <a:pt x="456" y="482"/>
                  </a:lnTo>
                  <a:lnTo>
                    <a:pt x="456" y="498"/>
                  </a:lnTo>
                  <a:lnTo>
                    <a:pt x="448" y="498"/>
                  </a:lnTo>
                  <a:lnTo>
                    <a:pt x="446" y="510"/>
                  </a:lnTo>
                  <a:lnTo>
                    <a:pt x="466" y="508"/>
                  </a:lnTo>
                  <a:lnTo>
                    <a:pt x="472" y="490"/>
                  </a:lnTo>
                  <a:lnTo>
                    <a:pt x="476" y="498"/>
                  </a:lnTo>
                  <a:lnTo>
                    <a:pt x="476" y="508"/>
                  </a:lnTo>
                  <a:lnTo>
                    <a:pt x="468" y="520"/>
                  </a:lnTo>
                  <a:lnTo>
                    <a:pt x="456" y="514"/>
                  </a:lnTo>
                  <a:lnTo>
                    <a:pt x="438" y="518"/>
                  </a:lnTo>
                  <a:lnTo>
                    <a:pt x="442" y="528"/>
                  </a:lnTo>
                  <a:lnTo>
                    <a:pt x="448" y="528"/>
                  </a:lnTo>
                  <a:lnTo>
                    <a:pt x="480" y="524"/>
                  </a:lnTo>
                  <a:lnTo>
                    <a:pt x="470" y="520"/>
                  </a:lnTo>
                  <a:lnTo>
                    <a:pt x="490" y="514"/>
                  </a:lnTo>
                  <a:lnTo>
                    <a:pt x="490" y="520"/>
                  </a:lnTo>
                  <a:lnTo>
                    <a:pt x="498" y="530"/>
                  </a:lnTo>
                  <a:lnTo>
                    <a:pt x="500" y="538"/>
                  </a:lnTo>
                  <a:lnTo>
                    <a:pt x="500" y="548"/>
                  </a:lnTo>
                  <a:lnTo>
                    <a:pt x="504" y="560"/>
                  </a:lnTo>
                  <a:lnTo>
                    <a:pt x="514" y="572"/>
                  </a:lnTo>
                  <a:lnTo>
                    <a:pt x="536" y="584"/>
                  </a:lnTo>
                  <a:lnTo>
                    <a:pt x="542" y="580"/>
                  </a:lnTo>
                  <a:lnTo>
                    <a:pt x="552" y="584"/>
                  </a:lnTo>
                  <a:lnTo>
                    <a:pt x="570" y="594"/>
                  </a:lnTo>
                  <a:lnTo>
                    <a:pt x="596" y="578"/>
                  </a:lnTo>
                  <a:lnTo>
                    <a:pt x="592" y="584"/>
                  </a:lnTo>
                  <a:lnTo>
                    <a:pt x="608" y="580"/>
                  </a:lnTo>
                  <a:lnTo>
                    <a:pt x="610" y="588"/>
                  </a:lnTo>
                  <a:lnTo>
                    <a:pt x="628" y="604"/>
                  </a:lnTo>
                  <a:lnTo>
                    <a:pt x="634" y="592"/>
                  </a:lnTo>
                  <a:lnTo>
                    <a:pt x="636" y="592"/>
                  </a:lnTo>
                  <a:lnTo>
                    <a:pt x="662" y="572"/>
                  </a:lnTo>
                  <a:lnTo>
                    <a:pt x="684" y="570"/>
                  </a:lnTo>
                  <a:lnTo>
                    <a:pt x="698" y="562"/>
                  </a:lnTo>
                  <a:lnTo>
                    <a:pt x="702" y="522"/>
                  </a:lnTo>
                  <a:lnTo>
                    <a:pt x="708" y="510"/>
                  </a:lnTo>
                  <a:lnTo>
                    <a:pt x="710" y="514"/>
                  </a:lnTo>
                  <a:lnTo>
                    <a:pt x="724" y="476"/>
                  </a:lnTo>
                  <a:lnTo>
                    <a:pt x="722" y="472"/>
                  </a:lnTo>
                  <a:lnTo>
                    <a:pt x="744" y="446"/>
                  </a:lnTo>
                  <a:lnTo>
                    <a:pt x="754" y="422"/>
                  </a:lnTo>
                  <a:lnTo>
                    <a:pt x="764" y="364"/>
                  </a:lnTo>
                  <a:lnTo>
                    <a:pt x="756" y="332"/>
                  </a:lnTo>
                  <a:lnTo>
                    <a:pt x="756" y="3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79" name="Google Shape;379;p62"/>
            <p:cNvSpPr/>
            <p:nvPr/>
          </p:nvSpPr>
          <p:spPr>
            <a:xfrm>
              <a:off x="7885113" y="3556000"/>
              <a:ext cx="22225" cy="22225"/>
            </a:xfrm>
            <a:custGeom>
              <a:rect b="b" l="l" r="r" t="t"/>
              <a:pathLst>
                <a:path extrusionOk="0" h="14" w="14">
                  <a:moveTo>
                    <a:pt x="0" y="0"/>
                  </a:moveTo>
                  <a:lnTo>
                    <a:pt x="0" y="14"/>
                  </a:lnTo>
                  <a:lnTo>
                    <a:pt x="14" y="12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0" name="Google Shape;380;p62"/>
            <p:cNvSpPr/>
            <p:nvPr/>
          </p:nvSpPr>
          <p:spPr>
            <a:xfrm>
              <a:off x="7967663" y="3635375"/>
              <a:ext cx="28575" cy="19050"/>
            </a:xfrm>
            <a:custGeom>
              <a:rect b="b" l="l" r="r" t="t"/>
              <a:pathLst>
                <a:path extrusionOk="0" h="12" w="18">
                  <a:moveTo>
                    <a:pt x="0" y="6"/>
                  </a:moveTo>
                  <a:lnTo>
                    <a:pt x="2" y="12"/>
                  </a:lnTo>
                  <a:lnTo>
                    <a:pt x="18" y="6"/>
                  </a:lnTo>
                  <a:lnTo>
                    <a:pt x="1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1" name="Google Shape;381;p62"/>
            <p:cNvSpPr/>
            <p:nvPr/>
          </p:nvSpPr>
          <p:spPr>
            <a:xfrm>
              <a:off x="8221663" y="4422775"/>
              <a:ext cx="31750" cy="44450"/>
            </a:xfrm>
            <a:custGeom>
              <a:rect b="b" l="l" r="r" t="t"/>
              <a:pathLst>
                <a:path extrusionOk="0" h="28" w="20">
                  <a:moveTo>
                    <a:pt x="16" y="20"/>
                  </a:moveTo>
                  <a:lnTo>
                    <a:pt x="16" y="10"/>
                  </a:lnTo>
                  <a:lnTo>
                    <a:pt x="0" y="0"/>
                  </a:lnTo>
                  <a:lnTo>
                    <a:pt x="8" y="22"/>
                  </a:lnTo>
                  <a:lnTo>
                    <a:pt x="4" y="24"/>
                  </a:lnTo>
                  <a:lnTo>
                    <a:pt x="20" y="28"/>
                  </a:lnTo>
                  <a:lnTo>
                    <a:pt x="16" y="20"/>
                  </a:lnTo>
                  <a:lnTo>
                    <a:pt x="16" y="2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2" name="Google Shape;382;p62"/>
            <p:cNvSpPr/>
            <p:nvPr/>
          </p:nvSpPr>
          <p:spPr>
            <a:xfrm>
              <a:off x="8132763" y="4464050"/>
              <a:ext cx="114300" cy="127000"/>
            </a:xfrm>
            <a:custGeom>
              <a:rect b="b" l="l" r="r" t="t"/>
              <a:pathLst>
                <a:path extrusionOk="0" h="80" w="72">
                  <a:moveTo>
                    <a:pt x="36" y="12"/>
                  </a:moveTo>
                  <a:lnTo>
                    <a:pt x="0" y="0"/>
                  </a:lnTo>
                  <a:lnTo>
                    <a:pt x="0" y="18"/>
                  </a:lnTo>
                  <a:lnTo>
                    <a:pt x="12" y="38"/>
                  </a:lnTo>
                  <a:lnTo>
                    <a:pt x="10" y="40"/>
                  </a:lnTo>
                  <a:lnTo>
                    <a:pt x="12" y="58"/>
                  </a:lnTo>
                  <a:lnTo>
                    <a:pt x="22" y="70"/>
                  </a:lnTo>
                  <a:lnTo>
                    <a:pt x="26" y="70"/>
                  </a:lnTo>
                  <a:lnTo>
                    <a:pt x="22" y="76"/>
                  </a:lnTo>
                  <a:lnTo>
                    <a:pt x="44" y="80"/>
                  </a:lnTo>
                  <a:lnTo>
                    <a:pt x="48" y="70"/>
                  </a:lnTo>
                  <a:lnTo>
                    <a:pt x="52" y="70"/>
                  </a:lnTo>
                  <a:lnTo>
                    <a:pt x="58" y="58"/>
                  </a:lnTo>
                  <a:lnTo>
                    <a:pt x="64" y="58"/>
                  </a:lnTo>
                  <a:lnTo>
                    <a:pt x="72" y="36"/>
                  </a:lnTo>
                  <a:lnTo>
                    <a:pt x="72" y="18"/>
                  </a:lnTo>
                  <a:lnTo>
                    <a:pt x="66" y="4"/>
                  </a:lnTo>
                  <a:lnTo>
                    <a:pt x="36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3" name="Google Shape;383;p62"/>
            <p:cNvSpPr/>
            <p:nvPr/>
          </p:nvSpPr>
          <p:spPr>
            <a:xfrm>
              <a:off x="7707313" y="3152775"/>
              <a:ext cx="625475" cy="314325"/>
            </a:xfrm>
            <a:custGeom>
              <a:rect b="b" l="l" r="r" t="t"/>
              <a:pathLst>
                <a:path extrusionOk="0" h="198" w="394">
                  <a:moveTo>
                    <a:pt x="286" y="80"/>
                  </a:moveTo>
                  <a:lnTo>
                    <a:pt x="264" y="64"/>
                  </a:lnTo>
                  <a:lnTo>
                    <a:pt x="202" y="42"/>
                  </a:lnTo>
                  <a:lnTo>
                    <a:pt x="202" y="40"/>
                  </a:lnTo>
                  <a:lnTo>
                    <a:pt x="200" y="40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74" y="36"/>
                  </a:lnTo>
                  <a:lnTo>
                    <a:pt x="138" y="20"/>
                  </a:lnTo>
                  <a:lnTo>
                    <a:pt x="126" y="28"/>
                  </a:lnTo>
                  <a:lnTo>
                    <a:pt x="124" y="30"/>
                  </a:lnTo>
                  <a:lnTo>
                    <a:pt x="120" y="26"/>
                  </a:lnTo>
                  <a:lnTo>
                    <a:pt x="102" y="22"/>
                  </a:lnTo>
                  <a:lnTo>
                    <a:pt x="88" y="28"/>
                  </a:lnTo>
                  <a:lnTo>
                    <a:pt x="122" y="32"/>
                  </a:lnTo>
                  <a:lnTo>
                    <a:pt x="122" y="34"/>
                  </a:lnTo>
                  <a:lnTo>
                    <a:pt x="110" y="34"/>
                  </a:lnTo>
                  <a:lnTo>
                    <a:pt x="94" y="56"/>
                  </a:lnTo>
                  <a:lnTo>
                    <a:pt x="90" y="56"/>
                  </a:lnTo>
                  <a:lnTo>
                    <a:pt x="84" y="54"/>
                  </a:lnTo>
                  <a:lnTo>
                    <a:pt x="80" y="42"/>
                  </a:lnTo>
                  <a:lnTo>
                    <a:pt x="74" y="40"/>
                  </a:lnTo>
                  <a:lnTo>
                    <a:pt x="74" y="42"/>
                  </a:lnTo>
                  <a:lnTo>
                    <a:pt x="72" y="40"/>
                  </a:lnTo>
                  <a:lnTo>
                    <a:pt x="72" y="18"/>
                  </a:lnTo>
                  <a:lnTo>
                    <a:pt x="68" y="8"/>
                  </a:lnTo>
                  <a:lnTo>
                    <a:pt x="54" y="8"/>
                  </a:lnTo>
                  <a:lnTo>
                    <a:pt x="46" y="0"/>
                  </a:lnTo>
                  <a:lnTo>
                    <a:pt x="34" y="0"/>
                  </a:lnTo>
                  <a:lnTo>
                    <a:pt x="12" y="10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0" y="12"/>
                  </a:lnTo>
                  <a:lnTo>
                    <a:pt x="4" y="20"/>
                  </a:lnTo>
                  <a:lnTo>
                    <a:pt x="6" y="22"/>
                  </a:lnTo>
                  <a:lnTo>
                    <a:pt x="4" y="24"/>
                  </a:lnTo>
                  <a:lnTo>
                    <a:pt x="22" y="28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36" y="40"/>
                  </a:lnTo>
                  <a:lnTo>
                    <a:pt x="60" y="36"/>
                  </a:lnTo>
                  <a:lnTo>
                    <a:pt x="60" y="40"/>
                  </a:lnTo>
                  <a:lnTo>
                    <a:pt x="58" y="40"/>
                  </a:lnTo>
                  <a:lnTo>
                    <a:pt x="50" y="40"/>
                  </a:lnTo>
                  <a:lnTo>
                    <a:pt x="42" y="44"/>
                  </a:lnTo>
                  <a:lnTo>
                    <a:pt x="26" y="46"/>
                  </a:lnTo>
                  <a:lnTo>
                    <a:pt x="26" y="52"/>
                  </a:lnTo>
                  <a:lnTo>
                    <a:pt x="34" y="54"/>
                  </a:lnTo>
                  <a:lnTo>
                    <a:pt x="42" y="60"/>
                  </a:lnTo>
                  <a:lnTo>
                    <a:pt x="44" y="74"/>
                  </a:lnTo>
                  <a:lnTo>
                    <a:pt x="58" y="72"/>
                  </a:lnTo>
                  <a:lnTo>
                    <a:pt x="60" y="64"/>
                  </a:lnTo>
                  <a:lnTo>
                    <a:pt x="72" y="74"/>
                  </a:lnTo>
                  <a:lnTo>
                    <a:pt x="78" y="74"/>
                  </a:lnTo>
                  <a:lnTo>
                    <a:pt x="86" y="82"/>
                  </a:lnTo>
                  <a:lnTo>
                    <a:pt x="114" y="88"/>
                  </a:lnTo>
                  <a:lnTo>
                    <a:pt x="142" y="98"/>
                  </a:lnTo>
                  <a:lnTo>
                    <a:pt x="154" y="120"/>
                  </a:lnTo>
                  <a:lnTo>
                    <a:pt x="148" y="126"/>
                  </a:lnTo>
                  <a:lnTo>
                    <a:pt x="156" y="130"/>
                  </a:lnTo>
                  <a:lnTo>
                    <a:pt x="154" y="130"/>
                  </a:lnTo>
                  <a:lnTo>
                    <a:pt x="154" y="132"/>
                  </a:lnTo>
                  <a:lnTo>
                    <a:pt x="146" y="132"/>
                  </a:lnTo>
                  <a:lnTo>
                    <a:pt x="134" y="156"/>
                  </a:lnTo>
                  <a:lnTo>
                    <a:pt x="160" y="154"/>
                  </a:lnTo>
                  <a:lnTo>
                    <a:pt x="162" y="150"/>
                  </a:lnTo>
                  <a:lnTo>
                    <a:pt x="178" y="150"/>
                  </a:lnTo>
                  <a:lnTo>
                    <a:pt x="202" y="168"/>
                  </a:lnTo>
                  <a:lnTo>
                    <a:pt x="202" y="170"/>
                  </a:lnTo>
                  <a:lnTo>
                    <a:pt x="202" y="170"/>
                  </a:lnTo>
                  <a:lnTo>
                    <a:pt x="206" y="172"/>
                  </a:lnTo>
                  <a:lnTo>
                    <a:pt x="206" y="170"/>
                  </a:lnTo>
                  <a:lnTo>
                    <a:pt x="234" y="172"/>
                  </a:lnTo>
                  <a:lnTo>
                    <a:pt x="248" y="162"/>
                  </a:lnTo>
                  <a:lnTo>
                    <a:pt x="240" y="154"/>
                  </a:lnTo>
                  <a:lnTo>
                    <a:pt x="248" y="150"/>
                  </a:lnTo>
                  <a:lnTo>
                    <a:pt x="250" y="148"/>
                  </a:lnTo>
                  <a:lnTo>
                    <a:pt x="256" y="146"/>
                  </a:lnTo>
                  <a:lnTo>
                    <a:pt x="256" y="142"/>
                  </a:lnTo>
                  <a:lnTo>
                    <a:pt x="258" y="142"/>
                  </a:lnTo>
                  <a:lnTo>
                    <a:pt x="264" y="140"/>
                  </a:lnTo>
                  <a:lnTo>
                    <a:pt x="296" y="152"/>
                  </a:lnTo>
                  <a:lnTo>
                    <a:pt x="304" y="168"/>
                  </a:lnTo>
                  <a:lnTo>
                    <a:pt x="308" y="168"/>
                  </a:lnTo>
                  <a:lnTo>
                    <a:pt x="308" y="172"/>
                  </a:lnTo>
                  <a:lnTo>
                    <a:pt x="326" y="186"/>
                  </a:lnTo>
                  <a:lnTo>
                    <a:pt x="366" y="194"/>
                  </a:lnTo>
                  <a:lnTo>
                    <a:pt x="376" y="198"/>
                  </a:lnTo>
                  <a:lnTo>
                    <a:pt x="386" y="192"/>
                  </a:lnTo>
                  <a:lnTo>
                    <a:pt x="384" y="190"/>
                  </a:lnTo>
                  <a:lnTo>
                    <a:pt x="394" y="188"/>
                  </a:lnTo>
                  <a:lnTo>
                    <a:pt x="370" y="180"/>
                  </a:lnTo>
                  <a:lnTo>
                    <a:pt x="372" y="176"/>
                  </a:lnTo>
                  <a:lnTo>
                    <a:pt x="356" y="170"/>
                  </a:lnTo>
                  <a:lnTo>
                    <a:pt x="356" y="164"/>
                  </a:lnTo>
                  <a:lnTo>
                    <a:pt x="344" y="160"/>
                  </a:lnTo>
                  <a:lnTo>
                    <a:pt x="332" y="146"/>
                  </a:lnTo>
                  <a:lnTo>
                    <a:pt x="320" y="134"/>
                  </a:lnTo>
                  <a:lnTo>
                    <a:pt x="318" y="126"/>
                  </a:lnTo>
                  <a:lnTo>
                    <a:pt x="332" y="124"/>
                  </a:lnTo>
                  <a:lnTo>
                    <a:pt x="326" y="108"/>
                  </a:lnTo>
                  <a:lnTo>
                    <a:pt x="294" y="96"/>
                  </a:lnTo>
                  <a:lnTo>
                    <a:pt x="286" y="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4" name="Google Shape;384;p62"/>
            <p:cNvSpPr/>
            <p:nvPr/>
          </p:nvSpPr>
          <p:spPr>
            <a:xfrm>
              <a:off x="8301038" y="3419475"/>
              <a:ext cx="25400" cy="19050"/>
            </a:xfrm>
            <a:custGeom>
              <a:rect b="b" l="l" r="r" t="t"/>
              <a:pathLst>
                <a:path extrusionOk="0" h="12" w="16">
                  <a:moveTo>
                    <a:pt x="4" y="10"/>
                  </a:moveTo>
                  <a:lnTo>
                    <a:pt x="16" y="12"/>
                  </a:lnTo>
                  <a:lnTo>
                    <a:pt x="14" y="2"/>
                  </a:lnTo>
                  <a:lnTo>
                    <a:pt x="0" y="0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5" name="Google Shape;385;p62"/>
            <p:cNvSpPr/>
            <p:nvPr/>
          </p:nvSpPr>
          <p:spPr>
            <a:xfrm>
              <a:off x="8215313" y="3267075"/>
              <a:ext cx="152400" cy="69850"/>
            </a:xfrm>
            <a:custGeom>
              <a:rect b="b" l="l" r="r" t="t"/>
              <a:pathLst>
                <a:path extrusionOk="0" h="44" w="96">
                  <a:moveTo>
                    <a:pt x="12" y="26"/>
                  </a:moveTo>
                  <a:lnTo>
                    <a:pt x="0" y="24"/>
                  </a:lnTo>
                  <a:lnTo>
                    <a:pt x="14" y="3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20" y="36"/>
                  </a:lnTo>
                  <a:lnTo>
                    <a:pt x="34" y="42"/>
                  </a:lnTo>
                  <a:lnTo>
                    <a:pt x="38" y="40"/>
                  </a:lnTo>
                  <a:lnTo>
                    <a:pt x="44" y="44"/>
                  </a:lnTo>
                  <a:lnTo>
                    <a:pt x="62" y="44"/>
                  </a:lnTo>
                  <a:lnTo>
                    <a:pt x="76" y="38"/>
                  </a:lnTo>
                  <a:lnTo>
                    <a:pt x="82" y="30"/>
                  </a:lnTo>
                  <a:lnTo>
                    <a:pt x="88" y="30"/>
                  </a:lnTo>
                  <a:lnTo>
                    <a:pt x="96" y="6"/>
                  </a:lnTo>
                  <a:lnTo>
                    <a:pt x="90" y="0"/>
                  </a:lnTo>
                  <a:lnTo>
                    <a:pt x="76" y="2"/>
                  </a:lnTo>
                  <a:lnTo>
                    <a:pt x="78" y="12"/>
                  </a:lnTo>
                  <a:lnTo>
                    <a:pt x="62" y="24"/>
                  </a:lnTo>
                  <a:lnTo>
                    <a:pt x="54" y="22"/>
                  </a:lnTo>
                  <a:lnTo>
                    <a:pt x="56" y="10"/>
                  </a:lnTo>
                  <a:lnTo>
                    <a:pt x="42" y="24"/>
                  </a:lnTo>
                  <a:lnTo>
                    <a:pt x="12" y="24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6" name="Google Shape;386;p62"/>
            <p:cNvSpPr/>
            <p:nvPr/>
          </p:nvSpPr>
          <p:spPr>
            <a:xfrm>
              <a:off x="8358188" y="3241675"/>
              <a:ext cx="34925" cy="50800"/>
            </a:xfrm>
            <a:custGeom>
              <a:rect b="b" l="l" r="r" t="t"/>
              <a:pathLst>
                <a:path extrusionOk="0" h="32" w="22">
                  <a:moveTo>
                    <a:pt x="16" y="32"/>
                  </a:moveTo>
                  <a:lnTo>
                    <a:pt x="22" y="20"/>
                  </a:lnTo>
                  <a:lnTo>
                    <a:pt x="16" y="12"/>
                  </a:lnTo>
                  <a:lnTo>
                    <a:pt x="0" y="0"/>
                  </a:lnTo>
                  <a:lnTo>
                    <a:pt x="12" y="32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7" name="Google Shape;387;p62"/>
            <p:cNvSpPr/>
            <p:nvPr/>
          </p:nvSpPr>
          <p:spPr>
            <a:xfrm>
              <a:off x="7304088" y="2803525"/>
              <a:ext cx="82550" cy="101600"/>
            </a:xfrm>
            <a:custGeom>
              <a:rect b="b" l="l" r="r" t="t"/>
              <a:pathLst>
                <a:path extrusionOk="0" h="64" w="52">
                  <a:moveTo>
                    <a:pt x="44" y="0"/>
                  </a:moveTo>
                  <a:lnTo>
                    <a:pt x="38" y="18"/>
                  </a:lnTo>
                  <a:lnTo>
                    <a:pt x="6" y="48"/>
                  </a:lnTo>
                  <a:lnTo>
                    <a:pt x="0" y="64"/>
                  </a:lnTo>
                  <a:lnTo>
                    <a:pt x="20" y="52"/>
                  </a:lnTo>
                  <a:lnTo>
                    <a:pt x="36" y="36"/>
                  </a:lnTo>
                  <a:lnTo>
                    <a:pt x="36" y="32"/>
                  </a:lnTo>
                  <a:lnTo>
                    <a:pt x="52" y="20"/>
                  </a:lnTo>
                  <a:lnTo>
                    <a:pt x="48" y="2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8" name="Google Shape;388;p62"/>
            <p:cNvSpPr/>
            <p:nvPr/>
          </p:nvSpPr>
          <p:spPr>
            <a:xfrm>
              <a:off x="7383463" y="2987675"/>
              <a:ext cx="19050" cy="12700"/>
            </a:xfrm>
            <a:custGeom>
              <a:rect b="b" l="l" r="r" t="t"/>
              <a:pathLst>
                <a:path extrusionOk="0" h="8" w="12">
                  <a:moveTo>
                    <a:pt x="10" y="0"/>
                  </a:moveTo>
                  <a:lnTo>
                    <a:pt x="4" y="0"/>
                  </a:lnTo>
                  <a:lnTo>
                    <a:pt x="0" y="6"/>
                  </a:lnTo>
                  <a:lnTo>
                    <a:pt x="4" y="8"/>
                  </a:lnTo>
                  <a:lnTo>
                    <a:pt x="12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89" name="Google Shape;389;p62"/>
            <p:cNvSpPr/>
            <p:nvPr/>
          </p:nvSpPr>
          <p:spPr>
            <a:xfrm>
              <a:off x="7415213" y="2959100"/>
              <a:ext cx="25400" cy="19050"/>
            </a:xfrm>
            <a:custGeom>
              <a:rect b="b" l="l" r="r" t="t"/>
              <a:pathLst>
                <a:path extrusionOk="0" h="12" w="16">
                  <a:moveTo>
                    <a:pt x="0" y="10"/>
                  </a:moveTo>
                  <a:lnTo>
                    <a:pt x="14" y="12"/>
                  </a:lnTo>
                  <a:lnTo>
                    <a:pt x="16" y="6"/>
                  </a:lnTo>
                  <a:lnTo>
                    <a:pt x="6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0" name="Google Shape;390;p62"/>
            <p:cNvSpPr/>
            <p:nvPr/>
          </p:nvSpPr>
          <p:spPr>
            <a:xfrm>
              <a:off x="7440613" y="2943225"/>
              <a:ext cx="38100" cy="15875"/>
            </a:xfrm>
            <a:custGeom>
              <a:rect b="b" l="l" r="r" t="t"/>
              <a:pathLst>
                <a:path extrusionOk="0" h="10" w="24">
                  <a:moveTo>
                    <a:pt x="24" y="0"/>
                  </a:moveTo>
                  <a:lnTo>
                    <a:pt x="0" y="0"/>
                  </a:lnTo>
                  <a:lnTo>
                    <a:pt x="6" y="1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1" name="Google Shape;391;p62"/>
            <p:cNvSpPr/>
            <p:nvPr/>
          </p:nvSpPr>
          <p:spPr>
            <a:xfrm>
              <a:off x="7485063" y="2759075"/>
              <a:ext cx="34925" cy="44450"/>
            </a:xfrm>
            <a:custGeom>
              <a:rect b="b" l="l" r="r" t="t"/>
              <a:pathLst>
                <a:path extrusionOk="0" h="28" w="22">
                  <a:moveTo>
                    <a:pt x="22" y="28"/>
                  </a:moveTo>
                  <a:lnTo>
                    <a:pt x="18" y="16"/>
                  </a:lnTo>
                  <a:lnTo>
                    <a:pt x="2" y="0"/>
                  </a:lnTo>
                  <a:lnTo>
                    <a:pt x="0" y="22"/>
                  </a:lnTo>
                  <a:lnTo>
                    <a:pt x="8" y="18"/>
                  </a:lnTo>
                  <a:lnTo>
                    <a:pt x="22" y="2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2" name="Google Shape;392;p62"/>
            <p:cNvSpPr/>
            <p:nvPr/>
          </p:nvSpPr>
          <p:spPr>
            <a:xfrm>
              <a:off x="7446963" y="2765425"/>
              <a:ext cx="12700" cy="19050"/>
            </a:xfrm>
            <a:custGeom>
              <a:rect b="b" l="l" r="r" t="t"/>
              <a:pathLst>
                <a:path extrusionOk="0" h="12" w="8">
                  <a:moveTo>
                    <a:pt x="4" y="0"/>
                  </a:moveTo>
                  <a:lnTo>
                    <a:pt x="0" y="4"/>
                  </a:lnTo>
                  <a:lnTo>
                    <a:pt x="0" y="10"/>
                  </a:lnTo>
                  <a:lnTo>
                    <a:pt x="6" y="12"/>
                  </a:lnTo>
                  <a:lnTo>
                    <a:pt x="8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3" name="Google Shape;393;p62"/>
            <p:cNvSpPr/>
            <p:nvPr/>
          </p:nvSpPr>
          <p:spPr>
            <a:xfrm>
              <a:off x="7443788" y="2682875"/>
              <a:ext cx="12700" cy="22225"/>
            </a:xfrm>
            <a:custGeom>
              <a:rect b="b" l="l" r="r" t="t"/>
              <a:pathLst>
                <a:path extrusionOk="0" h="14" w="8">
                  <a:moveTo>
                    <a:pt x="2" y="14"/>
                  </a:moveTo>
                  <a:lnTo>
                    <a:pt x="8" y="14"/>
                  </a:lnTo>
                  <a:lnTo>
                    <a:pt x="8" y="0"/>
                  </a:lnTo>
                  <a:lnTo>
                    <a:pt x="0" y="8"/>
                  </a:lnTo>
                  <a:lnTo>
                    <a:pt x="2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4" name="Google Shape;394;p62"/>
            <p:cNvSpPr/>
            <p:nvPr/>
          </p:nvSpPr>
          <p:spPr>
            <a:xfrm>
              <a:off x="7380288" y="2578100"/>
              <a:ext cx="212725" cy="409575"/>
            </a:xfrm>
            <a:custGeom>
              <a:rect b="b" l="l" r="r" t="t"/>
              <a:pathLst>
                <a:path extrusionOk="0" h="258" w="134">
                  <a:moveTo>
                    <a:pt x="8" y="74"/>
                  </a:moveTo>
                  <a:lnTo>
                    <a:pt x="18" y="90"/>
                  </a:lnTo>
                  <a:lnTo>
                    <a:pt x="18" y="90"/>
                  </a:lnTo>
                  <a:lnTo>
                    <a:pt x="20" y="100"/>
                  </a:lnTo>
                  <a:lnTo>
                    <a:pt x="26" y="102"/>
                  </a:lnTo>
                  <a:lnTo>
                    <a:pt x="8" y="102"/>
                  </a:lnTo>
                  <a:lnTo>
                    <a:pt x="14" y="106"/>
                  </a:lnTo>
                  <a:lnTo>
                    <a:pt x="18" y="110"/>
                  </a:lnTo>
                  <a:lnTo>
                    <a:pt x="30" y="132"/>
                  </a:lnTo>
                  <a:lnTo>
                    <a:pt x="38" y="126"/>
                  </a:lnTo>
                  <a:lnTo>
                    <a:pt x="38" y="108"/>
                  </a:lnTo>
                  <a:lnTo>
                    <a:pt x="30" y="102"/>
                  </a:lnTo>
                  <a:lnTo>
                    <a:pt x="34" y="102"/>
                  </a:lnTo>
                  <a:lnTo>
                    <a:pt x="40" y="98"/>
                  </a:lnTo>
                  <a:lnTo>
                    <a:pt x="44" y="98"/>
                  </a:lnTo>
                  <a:lnTo>
                    <a:pt x="48" y="102"/>
                  </a:lnTo>
                  <a:lnTo>
                    <a:pt x="38" y="100"/>
                  </a:lnTo>
                  <a:lnTo>
                    <a:pt x="42" y="108"/>
                  </a:lnTo>
                  <a:lnTo>
                    <a:pt x="50" y="114"/>
                  </a:lnTo>
                  <a:lnTo>
                    <a:pt x="50" y="104"/>
                  </a:lnTo>
                  <a:lnTo>
                    <a:pt x="64" y="116"/>
                  </a:lnTo>
                  <a:lnTo>
                    <a:pt x="58" y="100"/>
                  </a:lnTo>
                  <a:lnTo>
                    <a:pt x="70" y="112"/>
                  </a:lnTo>
                  <a:lnTo>
                    <a:pt x="78" y="116"/>
                  </a:lnTo>
                  <a:lnTo>
                    <a:pt x="78" y="116"/>
                  </a:lnTo>
                  <a:lnTo>
                    <a:pt x="84" y="128"/>
                  </a:lnTo>
                  <a:lnTo>
                    <a:pt x="86" y="120"/>
                  </a:lnTo>
                  <a:lnTo>
                    <a:pt x="100" y="144"/>
                  </a:lnTo>
                  <a:lnTo>
                    <a:pt x="86" y="138"/>
                  </a:lnTo>
                  <a:lnTo>
                    <a:pt x="90" y="156"/>
                  </a:lnTo>
                  <a:lnTo>
                    <a:pt x="94" y="156"/>
                  </a:lnTo>
                  <a:lnTo>
                    <a:pt x="96" y="166"/>
                  </a:lnTo>
                  <a:lnTo>
                    <a:pt x="86" y="164"/>
                  </a:lnTo>
                  <a:lnTo>
                    <a:pt x="84" y="166"/>
                  </a:lnTo>
                  <a:lnTo>
                    <a:pt x="86" y="162"/>
                  </a:lnTo>
                  <a:lnTo>
                    <a:pt x="86" y="146"/>
                  </a:lnTo>
                  <a:lnTo>
                    <a:pt x="82" y="146"/>
                  </a:lnTo>
                  <a:lnTo>
                    <a:pt x="76" y="158"/>
                  </a:lnTo>
                  <a:lnTo>
                    <a:pt x="76" y="156"/>
                  </a:lnTo>
                  <a:lnTo>
                    <a:pt x="76" y="152"/>
                  </a:lnTo>
                  <a:lnTo>
                    <a:pt x="66" y="148"/>
                  </a:lnTo>
                  <a:lnTo>
                    <a:pt x="66" y="148"/>
                  </a:lnTo>
                  <a:lnTo>
                    <a:pt x="70" y="138"/>
                  </a:lnTo>
                  <a:lnTo>
                    <a:pt x="56" y="136"/>
                  </a:lnTo>
                  <a:lnTo>
                    <a:pt x="42" y="130"/>
                  </a:lnTo>
                  <a:lnTo>
                    <a:pt x="42" y="166"/>
                  </a:lnTo>
                  <a:lnTo>
                    <a:pt x="60" y="154"/>
                  </a:lnTo>
                  <a:lnTo>
                    <a:pt x="58" y="168"/>
                  </a:lnTo>
                  <a:lnTo>
                    <a:pt x="52" y="168"/>
                  </a:lnTo>
                  <a:lnTo>
                    <a:pt x="52" y="176"/>
                  </a:lnTo>
                  <a:lnTo>
                    <a:pt x="66" y="192"/>
                  </a:lnTo>
                  <a:lnTo>
                    <a:pt x="70" y="188"/>
                  </a:lnTo>
                  <a:lnTo>
                    <a:pt x="70" y="188"/>
                  </a:lnTo>
                  <a:lnTo>
                    <a:pt x="78" y="174"/>
                  </a:lnTo>
                  <a:lnTo>
                    <a:pt x="80" y="180"/>
                  </a:lnTo>
                  <a:lnTo>
                    <a:pt x="96" y="178"/>
                  </a:lnTo>
                  <a:lnTo>
                    <a:pt x="98" y="168"/>
                  </a:lnTo>
                  <a:lnTo>
                    <a:pt x="102" y="176"/>
                  </a:lnTo>
                  <a:lnTo>
                    <a:pt x="104" y="168"/>
                  </a:lnTo>
                  <a:lnTo>
                    <a:pt x="110" y="168"/>
                  </a:lnTo>
                  <a:lnTo>
                    <a:pt x="106" y="150"/>
                  </a:lnTo>
                  <a:lnTo>
                    <a:pt x="118" y="154"/>
                  </a:lnTo>
                  <a:lnTo>
                    <a:pt x="110" y="166"/>
                  </a:lnTo>
                  <a:lnTo>
                    <a:pt x="112" y="172"/>
                  </a:lnTo>
                  <a:lnTo>
                    <a:pt x="108" y="172"/>
                  </a:lnTo>
                  <a:lnTo>
                    <a:pt x="108" y="186"/>
                  </a:lnTo>
                  <a:lnTo>
                    <a:pt x="96" y="188"/>
                  </a:lnTo>
                  <a:lnTo>
                    <a:pt x="94" y="196"/>
                  </a:lnTo>
                  <a:lnTo>
                    <a:pt x="86" y="196"/>
                  </a:lnTo>
                  <a:lnTo>
                    <a:pt x="84" y="202"/>
                  </a:lnTo>
                  <a:lnTo>
                    <a:pt x="80" y="204"/>
                  </a:lnTo>
                  <a:lnTo>
                    <a:pt x="82" y="194"/>
                  </a:lnTo>
                  <a:lnTo>
                    <a:pt x="72" y="192"/>
                  </a:lnTo>
                  <a:lnTo>
                    <a:pt x="62" y="202"/>
                  </a:lnTo>
                  <a:lnTo>
                    <a:pt x="50" y="206"/>
                  </a:lnTo>
                  <a:lnTo>
                    <a:pt x="42" y="224"/>
                  </a:lnTo>
                  <a:lnTo>
                    <a:pt x="44" y="230"/>
                  </a:lnTo>
                  <a:lnTo>
                    <a:pt x="52" y="230"/>
                  </a:lnTo>
                  <a:lnTo>
                    <a:pt x="60" y="216"/>
                  </a:lnTo>
                  <a:lnTo>
                    <a:pt x="60" y="216"/>
                  </a:lnTo>
                  <a:lnTo>
                    <a:pt x="60" y="226"/>
                  </a:lnTo>
                  <a:lnTo>
                    <a:pt x="68" y="218"/>
                  </a:lnTo>
                  <a:lnTo>
                    <a:pt x="72" y="222"/>
                  </a:lnTo>
                  <a:lnTo>
                    <a:pt x="78" y="214"/>
                  </a:lnTo>
                  <a:lnTo>
                    <a:pt x="84" y="218"/>
                  </a:lnTo>
                  <a:lnTo>
                    <a:pt x="80" y="226"/>
                  </a:lnTo>
                  <a:lnTo>
                    <a:pt x="86" y="240"/>
                  </a:lnTo>
                  <a:lnTo>
                    <a:pt x="100" y="250"/>
                  </a:lnTo>
                  <a:lnTo>
                    <a:pt x="106" y="248"/>
                  </a:lnTo>
                  <a:lnTo>
                    <a:pt x="110" y="258"/>
                  </a:lnTo>
                  <a:lnTo>
                    <a:pt x="118" y="242"/>
                  </a:lnTo>
                  <a:lnTo>
                    <a:pt x="112" y="232"/>
                  </a:lnTo>
                  <a:lnTo>
                    <a:pt x="114" y="230"/>
                  </a:lnTo>
                  <a:lnTo>
                    <a:pt x="118" y="224"/>
                  </a:lnTo>
                  <a:lnTo>
                    <a:pt x="126" y="248"/>
                  </a:lnTo>
                  <a:lnTo>
                    <a:pt x="134" y="218"/>
                  </a:lnTo>
                  <a:lnTo>
                    <a:pt x="128" y="198"/>
                  </a:lnTo>
                  <a:lnTo>
                    <a:pt x="128" y="196"/>
                  </a:lnTo>
                  <a:lnTo>
                    <a:pt x="130" y="194"/>
                  </a:lnTo>
                  <a:lnTo>
                    <a:pt x="126" y="184"/>
                  </a:lnTo>
                  <a:lnTo>
                    <a:pt x="116" y="172"/>
                  </a:lnTo>
                  <a:lnTo>
                    <a:pt x="118" y="172"/>
                  </a:lnTo>
                  <a:lnTo>
                    <a:pt x="118" y="154"/>
                  </a:lnTo>
                  <a:lnTo>
                    <a:pt x="120" y="154"/>
                  </a:lnTo>
                  <a:lnTo>
                    <a:pt x="118" y="150"/>
                  </a:lnTo>
                  <a:lnTo>
                    <a:pt x="114" y="138"/>
                  </a:lnTo>
                  <a:lnTo>
                    <a:pt x="114" y="126"/>
                  </a:lnTo>
                  <a:lnTo>
                    <a:pt x="108" y="120"/>
                  </a:lnTo>
                  <a:lnTo>
                    <a:pt x="86" y="120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6"/>
                  </a:lnTo>
                  <a:lnTo>
                    <a:pt x="80" y="102"/>
                  </a:lnTo>
                  <a:lnTo>
                    <a:pt x="86" y="98"/>
                  </a:lnTo>
                  <a:lnTo>
                    <a:pt x="68" y="90"/>
                  </a:lnTo>
                  <a:lnTo>
                    <a:pt x="66" y="94"/>
                  </a:lnTo>
                  <a:lnTo>
                    <a:pt x="60" y="84"/>
                  </a:lnTo>
                  <a:lnTo>
                    <a:pt x="48" y="88"/>
                  </a:lnTo>
                  <a:lnTo>
                    <a:pt x="48" y="92"/>
                  </a:lnTo>
                  <a:lnTo>
                    <a:pt x="46" y="92"/>
                  </a:lnTo>
                  <a:lnTo>
                    <a:pt x="42" y="86"/>
                  </a:lnTo>
                  <a:lnTo>
                    <a:pt x="38" y="68"/>
                  </a:lnTo>
                  <a:lnTo>
                    <a:pt x="42" y="58"/>
                  </a:lnTo>
                  <a:lnTo>
                    <a:pt x="50" y="54"/>
                  </a:lnTo>
                  <a:lnTo>
                    <a:pt x="58" y="36"/>
                  </a:lnTo>
                  <a:lnTo>
                    <a:pt x="52" y="24"/>
                  </a:lnTo>
                  <a:lnTo>
                    <a:pt x="52" y="6"/>
                  </a:lnTo>
                  <a:lnTo>
                    <a:pt x="46" y="0"/>
                  </a:lnTo>
                  <a:lnTo>
                    <a:pt x="44" y="6"/>
                  </a:lnTo>
                  <a:lnTo>
                    <a:pt x="40" y="6"/>
                  </a:lnTo>
                  <a:lnTo>
                    <a:pt x="20" y="0"/>
                  </a:lnTo>
                  <a:lnTo>
                    <a:pt x="18" y="4"/>
                  </a:lnTo>
                  <a:lnTo>
                    <a:pt x="12" y="50"/>
                  </a:lnTo>
                  <a:lnTo>
                    <a:pt x="0" y="48"/>
                  </a:lnTo>
                  <a:lnTo>
                    <a:pt x="8" y="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5" name="Google Shape;395;p62"/>
            <p:cNvSpPr/>
            <p:nvPr/>
          </p:nvSpPr>
          <p:spPr>
            <a:xfrm>
              <a:off x="7389813" y="2365375"/>
              <a:ext cx="60325" cy="120650"/>
            </a:xfrm>
            <a:custGeom>
              <a:rect b="b" l="l" r="r" t="t"/>
              <a:pathLst>
                <a:path extrusionOk="0" h="76" w="38">
                  <a:moveTo>
                    <a:pt x="38" y="16"/>
                  </a:moveTo>
                  <a:lnTo>
                    <a:pt x="38" y="6"/>
                  </a:lnTo>
                  <a:lnTo>
                    <a:pt x="28" y="0"/>
                  </a:lnTo>
                  <a:lnTo>
                    <a:pt x="18" y="4"/>
                  </a:lnTo>
                  <a:lnTo>
                    <a:pt x="0" y="36"/>
                  </a:lnTo>
                  <a:lnTo>
                    <a:pt x="2" y="54"/>
                  </a:lnTo>
                  <a:lnTo>
                    <a:pt x="18" y="76"/>
                  </a:lnTo>
                  <a:lnTo>
                    <a:pt x="38" y="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6" name="Google Shape;396;p62"/>
            <p:cNvSpPr/>
            <p:nvPr/>
          </p:nvSpPr>
          <p:spPr>
            <a:xfrm>
              <a:off x="7983538" y="1619250"/>
              <a:ext cx="203200" cy="177800"/>
            </a:xfrm>
            <a:custGeom>
              <a:rect b="b" l="l" r="r" t="t"/>
              <a:pathLst>
                <a:path extrusionOk="0" h="112" w="128">
                  <a:moveTo>
                    <a:pt x="10" y="70"/>
                  </a:moveTo>
                  <a:lnTo>
                    <a:pt x="0" y="78"/>
                  </a:lnTo>
                  <a:lnTo>
                    <a:pt x="0" y="88"/>
                  </a:lnTo>
                  <a:lnTo>
                    <a:pt x="6" y="94"/>
                  </a:lnTo>
                  <a:lnTo>
                    <a:pt x="4" y="112"/>
                  </a:lnTo>
                  <a:lnTo>
                    <a:pt x="32" y="98"/>
                  </a:lnTo>
                  <a:lnTo>
                    <a:pt x="16" y="88"/>
                  </a:lnTo>
                  <a:lnTo>
                    <a:pt x="14" y="86"/>
                  </a:lnTo>
                  <a:lnTo>
                    <a:pt x="16" y="84"/>
                  </a:lnTo>
                  <a:lnTo>
                    <a:pt x="28" y="86"/>
                  </a:lnTo>
                  <a:lnTo>
                    <a:pt x="40" y="82"/>
                  </a:lnTo>
                  <a:lnTo>
                    <a:pt x="66" y="98"/>
                  </a:lnTo>
                  <a:lnTo>
                    <a:pt x="80" y="76"/>
                  </a:lnTo>
                  <a:lnTo>
                    <a:pt x="114" y="64"/>
                  </a:lnTo>
                  <a:lnTo>
                    <a:pt x="122" y="54"/>
                  </a:lnTo>
                  <a:lnTo>
                    <a:pt x="108" y="56"/>
                  </a:lnTo>
                  <a:lnTo>
                    <a:pt x="104" y="48"/>
                  </a:lnTo>
                  <a:lnTo>
                    <a:pt x="106" y="46"/>
                  </a:lnTo>
                  <a:lnTo>
                    <a:pt x="108" y="56"/>
                  </a:lnTo>
                  <a:lnTo>
                    <a:pt x="128" y="34"/>
                  </a:lnTo>
                  <a:lnTo>
                    <a:pt x="122" y="26"/>
                  </a:lnTo>
                  <a:lnTo>
                    <a:pt x="106" y="44"/>
                  </a:lnTo>
                  <a:lnTo>
                    <a:pt x="112" y="30"/>
                  </a:lnTo>
                  <a:lnTo>
                    <a:pt x="98" y="38"/>
                  </a:lnTo>
                  <a:lnTo>
                    <a:pt x="92" y="42"/>
                  </a:lnTo>
                  <a:lnTo>
                    <a:pt x="72" y="34"/>
                  </a:lnTo>
                  <a:lnTo>
                    <a:pt x="40" y="0"/>
                  </a:lnTo>
                  <a:lnTo>
                    <a:pt x="34" y="8"/>
                  </a:lnTo>
                  <a:lnTo>
                    <a:pt x="36" y="22"/>
                  </a:lnTo>
                  <a:lnTo>
                    <a:pt x="34" y="40"/>
                  </a:lnTo>
                  <a:lnTo>
                    <a:pt x="30" y="48"/>
                  </a:lnTo>
                  <a:lnTo>
                    <a:pt x="30" y="56"/>
                  </a:lnTo>
                  <a:lnTo>
                    <a:pt x="28" y="60"/>
                  </a:lnTo>
                  <a:lnTo>
                    <a:pt x="10" y="58"/>
                  </a:lnTo>
                  <a:lnTo>
                    <a:pt x="10" y="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7" name="Google Shape;397;p62"/>
            <p:cNvSpPr/>
            <p:nvPr/>
          </p:nvSpPr>
          <p:spPr>
            <a:xfrm>
              <a:off x="7669213" y="2257425"/>
              <a:ext cx="12700" cy="25400"/>
            </a:xfrm>
            <a:custGeom>
              <a:rect b="b" l="l" r="r" t="t"/>
              <a:pathLst>
                <a:path extrusionOk="0" h="16" w="8">
                  <a:moveTo>
                    <a:pt x="0" y="16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8" name="Google Shape;398;p62"/>
            <p:cNvSpPr/>
            <p:nvPr/>
          </p:nvSpPr>
          <p:spPr>
            <a:xfrm>
              <a:off x="7618413" y="2311400"/>
              <a:ext cx="22225" cy="31750"/>
            </a:xfrm>
            <a:custGeom>
              <a:rect b="b" l="l" r="r" t="t"/>
              <a:pathLst>
                <a:path extrusionOk="0" h="20" w="14">
                  <a:moveTo>
                    <a:pt x="2" y="10"/>
                  </a:moveTo>
                  <a:lnTo>
                    <a:pt x="0" y="18"/>
                  </a:lnTo>
                  <a:lnTo>
                    <a:pt x="6" y="20"/>
                  </a:lnTo>
                  <a:lnTo>
                    <a:pt x="14" y="4"/>
                  </a:lnTo>
                  <a:lnTo>
                    <a:pt x="10" y="0"/>
                  </a:lnTo>
                  <a:lnTo>
                    <a:pt x="2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399" name="Google Shape;399;p62"/>
            <p:cNvSpPr/>
            <p:nvPr/>
          </p:nvSpPr>
          <p:spPr>
            <a:xfrm>
              <a:off x="7500938" y="2387600"/>
              <a:ext cx="15875" cy="19050"/>
            </a:xfrm>
            <a:custGeom>
              <a:rect b="b" l="l" r="r" t="t"/>
              <a:pathLst>
                <a:path extrusionOk="0" h="12" w="10">
                  <a:moveTo>
                    <a:pt x="0" y="12"/>
                  </a:moveTo>
                  <a:lnTo>
                    <a:pt x="10" y="10"/>
                  </a:lnTo>
                  <a:lnTo>
                    <a:pt x="0" y="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0" name="Google Shape;400;p62"/>
            <p:cNvSpPr/>
            <p:nvPr/>
          </p:nvSpPr>
          <p:spPr>
            <a:xfrm>
              <a:off x="7659688" y="2095500"/>
              <a:ext cx="15875" cy="28575"/>
            </a:xfrm>
            <a:custGeom>
              <a:rect b="b" l="l" r="r" t="t"/>
              <a:pathLst>
                <a:path extrusionOk="0" h="18" w="10">
                  <a:moveTo>
                    <a:pt x="0" y="18"/>
                  </a:moveTo>
                  <a:lnTo>
                    <a:pt x="10" y="6"/>
                  </a:lnTo>
                  <a:lnTo>
                    <a:pt x="0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1" name="Google Shape;401;p62"/>
            <p:cNvSpPr/>
            <p:nvPr/>
          </p:nvSpPr>
          <p:spPr>
            <a:xfrm>
              <a:off x="7700963" y="2187575"/>
              <a:ext cx="19050" cy="19050"/>
            </a:xfrm>
            <a:custGeom>
              <a:rect b="b" l="l" r="r" t="t"/>
              <a:pathLst>
                <a:path extrusionOk="0" h="12" w="12">
                  <a:moveTo>
                    <a:pt x="4" y="0"/>
                  </a:moveTo>
                  <a:lnTo>
                    <a:pt x="0" y="12"/>
                  </a:lnTo>
                  <a:lnTo>
                    <a:pt x="12" y="1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2" name="Google Shape;402;p62"/>
            <p:cNvSpPr/>
            <p:nvPr/>
          </p:nvSpPr>
          <p:spPr>
            <a:xfrm>
              <a:off x="7675563" y="2047875"/>
              <a:ext cx="171450" cy="136525"/>
            </a:xfrm>
            <a:custGeom>
              <a:rect b="b" l="l" r="r" t="t"/>
              <a:pathLst>
                <a:path extrusionOk="0" h="86" w="108">
                  <a:moveTo>
                    <a:pt x="2" y="34"/>
                  </a:moveTo>
                  <a:lnTo>
                    <a:pt x="4" y="50"/>
                  </a:lnTo>
                  <a:lnTo>
                    <a:pt x="18" y="46"/>
                  </a:lnTo>
                  <a:lnTo>
                    <a:pt x="18" y="44"/>
                  </a:lnTo>
                  <a:lnTo>
                    <a:pt x="18" y="50"/>
                  </a:lnTo>
                  <a:lnTo>
                    <a:pt x="14" y="60"/>
                  </a:lnTo>
                  <a:lnTo>
                    <a:pt x="14" y="74"/>
                  </a:lnTo>
                  <a:lnTo>
                    <a:pt x="22" y="82"/>
                  </a:lnTo>
                  <a:lnTo>
                    <a:pt x="22" y="86"/>
                  </a:lnTo>
                  <a:lnTo>
                    <a:pt x="26" y="82"/>
                  </a:lnTo>
                  <a:lnTo>
                    <a:pt x="38" y="72"/>
                  </a:lnTo>
                  <a:lnTo>
                    <a:pt x="50" y="42"/>
                  </a:lnTo>
                  <a:lnTo>
                    <a:pt x="48" y="30"/>
                  </a:lnTo>
                  <a:lnTo>
                    <a:pt x="56" y="32"/>
                  </a:lnTo>
                  <a:lnTo>
                    <a:pt x="62" y="46"/>
                  </a:lnTo>
                  <a:lnTo>
                    <a:pt x="70" y="46"/>
                  </a:lnTo>
                  <a:lnTo>
                    <a:pt x="78" y="30"/>
                  </a:lnTo>
                  <a:lnTo>
                    <a:pt x="92" y="34"/>
                  </a:lnTo>
                  <a:lnTo>
                    <a:pt x="102" y="20"/>
                  </a:lnTo>
                  <a:lnTo>
                    <a:pt x="100" y="12"/>
                  </a:lnTo>
                  <a:lnTo>
                    <a:pt x="106" y="10"/>
                  </a:lnTo>
                  <a:lnTo>
                    <a:pt x="108" y="2"/>
                  </a:lnTo>
                  <a:lnTo>
                    <a:pt x="104" y="0"/>
                  </a:lnTo>
                  <a:lnTo>
                    <a:pt x="98" y="8"/>
                  </a:lnTo>
                  <a:lnTo>
                    <a:pt x="86" y="2"/>
                  </a:lnTo>
                  <a:lnTo>
                    <a:pt x="74" y="12"/>
                  </a:lnTo>
                  <a:lnTo>
                    <a:pt x="64" y="12"/>
                  </a:lnTo>
                  <a:lnTo>
                    <a:pt x="48" y="30"/>
                  </a:lnTo>
                  <a:lnTo>
                    <a:pt x="44" y="30"/>
                  </a:lnTo>
                  <a:lnTo>
                    <a:pt x="46" y="20"/>
                  </a:lnTo>
                  <a:lnTo>
                    <a:pt x="34" y="22"/>
                  </a:lnTo>
                  <a:lnTo>
                    <a:pt x="26" y="12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2" y="30"/>
                  </a:lnTo>
                  <a:lnTo>
                    <a:pt x="0" y="32"/>
                  </a:lnTo>
                  <a:lnTo>
                    <a:pt x="2" y="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3" name="Google Shape;403;p62"/>
            <p:cNvSpPr/>
            <p:nvPr/>
          </p:nvSpPr>
          <p:spPr>
            <a:xfrm>
              <a:off x="8018463" y="1625600"/>
              <a:ext cx="15875" cy="19050"/>
            </a:xfrm>
            <a:custGeom>
              <a:rect b="b" l="l" r="r" t="t"/>
              <a:pathLst>
                <a:path extrusionOk="0" h="12" w="10">
                  <a:moveTo>
                    <a:pt x="10" y="8"/>
                  </a:moveTo>
                  <a:lnTo>
                    <a:pt x="4" y="0"/>
                  </a:lnTo>
                  <a:lnTo>
                    <a:pt x="0" y="8"/>
                  </a:lnTo>
                  <a:lnTo>
                    <a:pt x="6" y="12"/>
                  </a:lnTo>
                  <a:lnTo>
                    <a:pt x="10" y="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4" name="Google Shape;404;p62"/>
            <p:cNvSpPr/>
            <p:nvPr/>
          </p:nvSpPr>
          <p:spPr>
            <a:xfrm>
              <a:off x="7573963" y="2089150"/>
              <a:ext cx="28575" cy="15875"/>
            </a:xfrm>
            <a:custGeom>
              <a:rect b="b" l="l" r="r" t="t"/>
              <a:pathLst>
                <a:path extrusionOk="0" h="10" w="18">
                  <a:moveTo>
                    <a:pt x="2" y="0"/>
                  </a:moveTo>
                  <a:lnTo>
                    <a:pt x="0" y="8"/>
                  </a:lnTo>
                  <a:lnTo>
                    <a:pt x="8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5" name="Google Shape;405;p62"/>
            <p:cNvSpPr/>
            <p:nvPr/>
          </p:nvSpPr>
          <p:spPr>
            <a:xfrm>
              <a:off x="7059613" y="2927350"/>
              <a:ext cx="320675" cy="346075"/>
            </a:xfrm>
            <a:custGeom>
              <a:rect b="b" l="l" r="r" t="t"/>
              <a:pathLst>
                <a:path extrusionOk="0" h="218" w="202">
                  <a:moveTo>
                    <a:pt x="76" y="78"/>
                  </a:moveTo>
                  <a:lnTo>
                    <a:pt x="52" y="82"/>
                  </a:lnTo>
                  <a:lnTo>
                    <a:pt x="48" y="92"/>
                  </a:lnTo>
                  <a:lnTo>
                    <a:pt x="44" y="92"/>
                  </a:lnTo>
                  <a:lnTo>
                    <a:pt x="40" y="104"/>
                  </a:lnTo>
                  <a:lnTo>
                    <a:pt x="24" y="102"/>
                  </a:lnTo>
                  <a:lnTo>
                    <a:pt x="16" y="94"/>
                  </a:lnTo>
                  <a:lnTo>
                    <a:pt x="14" y="98"/>
                  </a:lnTo>
                  <a:lnTo>
                    <a:pt x="12" y="98"/>
                  </a:lnTo>
                  <a:lnTo>
                    <a:pt x="4" y="106"/>
                  </a:lnTo>
                  <a:lnTo>
                    <a:pt x="0" y="128"/>
                  </a:lnTo>
                  <a:lnTo>
                    <a:pt x="6" y="148"/>
                  </a:lnTo>
                  <a:lnTo>
                    <a:pt x="14" y="152"/>
                  </a:lnTo>
                  <a:lnTo>
                    <a:pt x="18" y="160"/>
                  </a:lnTo>
                  <a:lnTo>
                    <a:pt x="26" y="196"/>
                  </a:lnTo>
                  <a:lnTo>
                    <a:pt x="46" y="196"/>
                  </a:lnTo>
                  <a:lnTo>
                    <a:pt x="52" y="192"/>
                  </a:lnTo>
                  <a:lnTo>
                    <a:pt x="56" y="206"/>
                  </a:lnTo>
                  <a:lnTo>
                    <a:pt x="72" y="202"/>
                  </a:lnTo>
                  <a:lnTo>
                    <a:pt x="80" y="196"/>
                  </a:lnTo>
                  <a:lnTo>
                    <a:pt x="90" y="200"/>
                  </a:lnTo>
                  <a:lnTo>
                    <a:pt x="90" y="206"/>
                  </a:lnTo>
                  <a:lnTo>
                    <a:pt x="102" y="204"/>
                  </a:lnTo>
                  <a:lnTo>
                    <a:pt x="106" y="206"/>
                  </a:lnTo>
                  <a:lnTo>
                    <a:pt x="110" y="218"/>
                  </a:lnTo>
                  <a:lnTo>
                    <a:pt x="116" y="218"/>
                  </a:lnTo>
                  <a:lnTo>
                    <a:pt x="136" y="206"/>
                  </a:lnTo>
                  <a:lnTo>
                    <a:pt x="138" y="218"/>
                  </a:lnTo>
                  <a:lnTo>
                    <a:pt x="146" y="210"/>
                  </a:lnTo>
                  <a:lnTo>
                    <a:pt x="142" y="196"/>
                  </a:lnTo>
                  <a:lnTo>
                    <a:pt x="150" y="180"/>
                  </a:lnTo>
                  <a:lnTo>
                    <a:pt x="144" y="172"/>
                  </a:lnTo>
                  <a:lnTo>
                    <a:pt x="158" y="160"/>
                  </a:lnTo>
                  <a:lnTo>
                    <a:pt x="166" y="148"/>
                  </a:lnTo>
                  <a:lnTo>
                    <a:pt x="168" y="132"/>
                  </a:lnTo>
                  <a:lnTo>
                    <a:pt x="176" y="124"/>
                  </a:lnTo>
                  <a:lnTo>
                    <a:pt x="176" y="122"/>
                  </a:lnTo>
                  <a:lnTo>
                    <a:pt x="180" y="124"/>
                  </a:lnTo>
                  <a:lnTo>
                    <a:pt x="196" y="124"/>
                  </a:lnTo>
                  <a:lnTo>
                    <a:pt x="174" y="102"/>
                  </a:lnTo>
                  <a:lnTo>
                    <a:pt x="176" y="94"/>
                  </a:lnTo>
                  <a:lnTo>
                    <a:pt x="162" y="72"/>
                  </a:lnTo>
                  <a:lnTo>
                    <a:pt x="174" y="70"/>
                  </a:lnTo>
                  <a:lnTo>
                    <a:pt x="166" y="62"/>
                  </a:lnTo>
                  <a:lnTo>
                    <a:pt x="166" y="62"/>
                  </a:lnTo>
                  <a:lnTo>
                    <a:pt x="170" y="60"/>
                  </a:lnTo>
                  <a:lnTo>
                    <a:pt x="174" y="62"/>
                  </a:lnTo>
                  <a:lnTo>
                    <a:pt x="188" y="56"/>
                  </a:lnTo>
                  <a:lnTo>
                    <a:pt x="182" y="48"/>
                  </a:lnTo>
                  <a:lnTo>
                    <a:pt x="188" y="48"/>
                  </a:lnTo>
                  <a:lnTo>
                    <a:pt x="202" y="40"/>
                  </a:lnTo>
                  <a:lnTo>
                    <a:pt x="178" y="28"/>
                  </a:lnTo>
                  <a:lnTo>
                    <a:pt x="176" y="28"/>
                  </a:lnTo>
                  <a:lnTo>
                    <a:pt x="176" y="22"/>
                  </a:lnTo>
                  <a:lnTo>
                    <a:pt x="168" y="24"/>
                  </a:lnTo>
                  <a:lnTo>
                    <a:pt x="168" y="16"/>
                  </a:lnTo>
                  <a:lnTo>
                    <a:pt x="162" y="12"/>
                  </a:lnTo>
                  <a:lnTo>
                    <a:pt x="158" y="4"/>
                  </a:lnTo>
                  <a:lnTo>
                    <a:pt x="152" y="8"/>
                  </a:lnTo>
                  <a:lnTo>
                    <a:pt x="152" y="0"/>
                  </a:lnTo>
                  <a:lnTo>
                    <a:pt x="130" y="32"/>
                  </a:lnTo>
                  <a:lnTo>
                    <a:pt x="122" y="34"/>
                  </a:lnTo>
                  <a:lnTo>
                    <a:pt x="124" y="40"/>
                  </a:lnTo>
                  <a:lnTo>
                    <a:pt x="120" y="42"/>
                  </a:lnTo>
                  <a:lnTo>
                    <a:pt x="116" y="40"/>
                  </a:lnTo>
                  <a:lnTo>
                    <a:pt x="98" y="48"/>
                  </a:lnTo>
                  <a:lnTo>
                    <a:pt x="96" y="48"/>
                  </a:lnTo>
                  <a:lnTo>
                    <a:pt x="96" y="50"/>
                  </a:lnTo>
                  <a:lnTo>
                    <a:pt x="94" y="52"/>
                  </a:lnTo>
                  <a:lnTo>
                    <a:pt x="94" y="52"/>
                  </a:lnTo>
                  <a:lnTo>
                    <a:pt x="92" y="58"/>
                  </a:lnTo>
                  <a:lnTo>
                    <a:pt x="76" y="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6" name="Google Shape;406;p62"/>
            <p:cNvSpPr/>
            <p:nvPr/>
          </p:nvSpPr>
          <p:spPr>
            <a:xfrm>
              <a:off x="7361238" y="3419475"/>
              <a:ext cx="63500" cy="38100"/>
            </a:xfrm>
            <a:custGeom>
              <a:rect b="b" l="l" r="r" t="t"/>
              <a:pathLst>
                <a:path extrusionOk="0" h="24" w="40">
                  <a:moveTo>
                    <a:pt x="14" y="14"/>
                  </a:moveTo>
                  <a:lnTo>
                    <a:pt x="26" y="24"/>
                  </a:lnTo>
                  <a:lnTo>
                    <a:pt x="40" y="18"/>
                  </a:lnTo>
                  <a:lnTo>
                    <a:pt x="38" y="16"/>
                  </a:lnTo>
                  <a:lnTo>
                    <a:pt x="32" y="8"/>
                  </a:lnTo>
                  <a:lnTo>
                    <a:pt x="20" y="0"/>
                  </a:lnTo>
                  <a:lnTo>
                    <a:pt x="0" y="2"/>
                  </a:lnTo>
                  <a:lnTo>
                    <a:pt x="2" y="14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7" name="Google Shape;407;p62"/>
            <p:cNvSpPr/>
            <p:nvPr/>
          </p:nvSpPr>
          <p:spPr>
            <a:xfrm>
              <a:off x="7488238" y="3375025"/>
              <a:ext cx="60325" cy="34925"/>
            </a:xfrm>
            <a:custGeom>
              <a:rect b="b" l="l" r="r" t="t"/>
              <a:pathLst>
                <a:path extrusionOk="0" h="22" w="38">
                  <a:moveTo>
                    <a:pt x="8" y="8"/>
                  </a:moveTo>
                  <a:lnTo>
                    <a:pt x="4" y="4"/>
                  </a:lnTo>
                  <a:lnTo>
                    <a:pt x="0" y="18"/>
                  </a:lnTo>
                  <a:lnTo>
                    <a:pt x="10" y="18"/>
                  </a:lnTo>
                  <a:lnTo>
                    <a:pt x="12" y="14"/>
                  </a:lnTo>
                  <a:lnTo>
                    <a:pt x="20" y="22"/>
                  </a:lnTo>
                  <a:lnTo>
                    <a:pt x="22" y="12"/>
                  </a:lnTo>
                  <a:lnTo>
                    <a:pt x="26" y="16"/>
                  </a:lnTo>
                  <a:lnTo>
                    <a:pt x="38" y="14"/>
                  </a:lnTo>
                  <a:lnTo>
                    <a:pt x="36" y="8"/>
                  </a:lnTo>
                  <a:lnTo>
                    <a:pt x="24" y="6"/>
                  </a:lnTo>
                  <a:lnTo>
                    <a:pt x="24" y="0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2" y="14"/>
                  </a:lnTo>
                  <a:lnTo>
                    <a:pt x="16" y="0"/>
                  </a:lnTo>
                  <a:lnTo>
                    <a:pt x="8" y="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8" name="Google Shape;408;p62"/>
            <p:cNvSpPr/>
            <p:nvPr/>
          </p:nvSpPr>
          <p:spPr>
            <a:xfrm>
              <a:off x="7475538" y="3454400"/>
              <a:ext cx="22225" cy="19050"/>
            </a:xfrm>
            <a:custGeom>
              <a:rect b="b" l="l" r="r" t="t"/>
              <a:pathLst>
                <a:path extrusionOk="0" h="12" w="14">
                  <a:moveTo>
                    <a:pt x="10" y="10"/>
                  </a:moveTo>
                  <a:lnTo>
                    <a:pt x="14" y="2"/>
                  </a:lnTo>
                  <a:lnTo>
                    <a:pt x="10" y="0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0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09" name="Google Shape;409;p62"/>
            <p:cNvSpPr/>
            <p:nvPr/>
          </p:nvSpPr>
          <p:spPr>
            <a:xfrm>
              <a:off x="7608888" y="3184525"/>
              <a:ext cx="41275" cy="15875"/>
            </a:xfrm>
            <a:custGeom>
              <a:rect b="b" l="l" r="r" t="t"/>
              <a:pathLst>
                <a:path extrusionOk="0" h="10" w="26">
                  <a:moveTo>
                    <a:pt x="12" y="0"/>
                  </a:moveTo>
                  <a:lnTo>
                    <a:pt x="0" y="0"/>
                  </a:lnTo>
                  <a:lnTo>
                    <a:pt x="4" y="10"/>
                  </a:lnTo>
                  <a:lnTo>
                    <a:pt x="26" y="6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0" name="Google Shape;410;p62"/>
            <p:cNvSpPr/>
            <p:nvPr/>
          </p:nvSpPr>
          <p:spPr>
            <a:xfrm>
              <a:off x="7605713" y="3152775"/>
              <a:ext cx="28575" cy="28575"/>
            </a:xfrm>
            <a:custGeom>
              <a:rect b="b" l="l" r="r" t="t"/>
              <a:pathLst>
                <a:path extrusionOk="0" h="18" w="18">
                  <a:moveTo>
                    <a:pt x="6" y="12"/>
                  </a:moveTo>
                  <a:lnTo>
                    <a:pt x="18" y="18"/>
                  </a:lnTo>
                  <a:lnTo>
                    <a:pt x="8" y="0"/>
                  </a:lnTo>
                  <a:lnTo>
                    <a:pt x="0" y="0"/>
                  </a:lnTo>
                  <a:lnTo>
                    <a:pt x="6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1" name="Google Shape;411;p62"/>
            <p:cNvSpPr/>
            <p:nvPr/>
          </p:nvSpPr>
          <p:spPr>
            <a:xfrm>
              <a:off x="7608888" y="3070225"/>
              <a:ext cx="60325" cy="104775"/>
            </a:xfrm>
            <a:custGeom>
              <a:rect b="b" l="l" r="r" t="t"/>
              <a:pathLst>
                <a:path extrusionOk="0" h="66" w="38">
                  <a:moveTo>
                    <a:pt x="0" y="28"/>
                  </a:moveTo>
                  <a:lnTo>
                    <a:pt x="8" y="54"/>
                  </a:lnTo>
                  <a:lnTo>
                    <a:pt x="18" y="66"/>
                  </a:lnTo>
                  <a:lnTo>
                    <a:pt x="22" y="64"/>
                  </a:lnTo>
                  <a:lnTo>
                    <a:pt x="16" y="52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38" y="48"/>
                  </a:lnTo>
                  <a:lnTo>
                    <a:pt x="24" y="34"/>
                  </a:lnTo>
                  <a:lnTo>
                    <a:pt x="30" y="28"/>
                  </a:lnTo>
                  <a:lnTo>
                    <a:pt x="30" y="22"/>
                  </a:lnTo>
                  <a:lnTo>
                    <a:pt x="22" y="16"/>
                  </a:lnTo>
                  <a:lnTo>
                    <a:pt x="18" y="22"/>
                  </a:lnTo>
                  <a:lnTo>
                    <a:pt x="16" y="0"/>
                  </a:lnTo>
                  <a:lnTo>
                    <a:pt x="12" y="4"/>
                  </a:lnTo>
                  <a:lnTo>
                    <a:pt x="4" y="14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2" name="Google Shape;412;p62"/>
            <p:cNvSpPr/>
            <p:nvPr/>
          </p:nvSpPr>
          <p:spPr>
            <a:xfrm>
              <a:off x="7634288" y="3060700"/>
              <a:ext cx="22225" cy="31750"/>
            </a:xfrm>
            <a:custGeom>
              <a:rect b="b" l="l" r="r" t="t"/>
              <a:pathLst>
                <a:path extrusionOk="0" h="20" w="14">
                  <a:moveTo>
                    <a:pt x="14" y="12"/>
                  </a:moveTo>
                  <a:lnTo>
                    <a:pt x="10" y="0"/>
                  </a:lnTo>
                  <a:lnTo>
                    <a:pt x="0" y="8"/>
                  </a:lnTo>
                  <a:lnTo>
                    <a:pt x="2" y="20"/>
                  </a:lnTo>
                  <a:lnTo>
                    <a:pt x="14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3" name="Google Shape;413;p62"/>
            <p:cNvSpPr/>
            <p:nvPr/>
          </p:nvSpPr>
          <p:spPr>
            <a:xfrm>
              <a:off x="7567613" y="3232150"/>
              <a:ext cx="47625" cy="31750"/>
            </a:xfrm>
            <a:custGeom>
              <a:rect b="b" l="l" r="r" t="t"/>
              <a:pathLst>
                <a:path extrusionOk="0" h="20" w="30">
                  <a:moveTo>
                    <a:pt x="0" y="0"/>
                  </a:moveTo>
                  <a:lnTo>
                    <a:pt x="4" y="12"/>
                  </a:lnTo>
                  <a:lnTo>
                    <a:pt x="12" y="20"/>
                  </a:lnTo>
                  <a:lnTo>
                    <a:pt x="18" y="20"/>
                  </a:lnTo>
                  <a:lnTo>
                    <a:pt x="30" y="14"/>
                  </a:lnTo>
                  <a:lnTo>
                    <a:pt x="28" y="6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4" name="Google Shape;414;p62"/>
            <p:cNvSpPr/>
            <p:nvPr/>
          </p:nvSpPr>
          <p:spPr>
            <a:xfrm>
              <a:off x="7516813" y="3190875"/>
              <a:ext cx="66675" cy="19050"/>
            </a:xfrm>
            <a:custGeom>
              <a:rect b="b" l="l" r="r" t="t"/>
              <a:pathLst>
                <a:path extrusionOk="0" h="12" w="42">
                  <a:moveTo>
                    <a:pt x="40" y="2"/>
                  </a:moveTo>
                  <a:lnTo>
                    <a:pt x="22" y="4"/>
                  </a:lnTo>
                  <a:lnTo>
                    <a:pt x="22" y="2"/>
                  </a:lnTo>
                  <a:lnTo>
                    <a:pt x="0" y="0"/>
                  </a:lnTo>
                  <a:lnTo>
                    <a:pt x="8" y="12"/>
                  </a:lnTo>
                  <a:lnTo>
                    <a:pt x="22" y="8"/>
                  </a:lnTo>
                  <a:lnTo>
                    <a:pt x="24" y="12"/>
                  </a:lnTo>
                  <a:lnTo>
                    <a:pt x="42" y="8"/>
                  </a:lnTo>
                  <a:lnTo>
                    <a:pt x="40" y="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5" name="Google Shape;415;p62"/>
            <p:cNvSpPr/>
            <p:nvPr/>
          </p:nvSpPr>
          <p:spPr>
            <a:xfrm>
              <a:off x="7358063" y="3086100"/>
              <a:ext cx="193675" cy="234950"/>
            </a:xfrm>
            <a:custGeom>
              <a:rect b="b" l="l" r="r" t="t"/>
              <a:pathLst>
                <a:path extrusionOk="0" h="148" w="122">
                  <a:moveTo>
                    <a:pt x="2" y="106"/>
                  </a:moveTo>
                  <a:lnTo>
                    <a:pt x="12" y="106"/>
                  </a:lnTo>
                  <a:lnTo>
                    <a:pt x="14" y="114"/>
                  </a:lnTo>
                  <a:lnTo>
                    <a:pt x="8" y="138"/>
                  </a:lnTo>
                  <a:lnTo>
                    <a:pt x="16" y="146"/>
                  </a:lnTo>
                  <a:lnTo>
                    <a:pt x="34" y="144"/>
                  </a:lnTo>
                  <a:lnTo>
                    <a:pt x="32" y="100"/>
                  </a:lnTo>
                  <a:lnTo>
                    <a:pt x="30" y="96"/>
                  </a:lnTo>
                  <a:lnTo>
                    <a:pt x="38" y="90"/>
                  </a:lnTo>
                  <a:lnTo>
                    <a:pt x="40" y="90"/>
                  </a:lnTo>
                  <a:lnTo>
                    <a:pt x="38" y="100"/>
                  </a:lnTo>
                  <a:lnTo>
                    <a:pt x="42" y="106"/>
                  </a:lnTo>
                  <a:lnTo>
                    <a:pt x="50" y="116"/>
                  </a:lnTo>
                  <a:lnTo>
                    <a:pt x="52" y="130"/>
                  </a:lnTo>
                  <a:lnTo>
                    <a:pt x="58" y="130"/>
                  </a:lnTo>
                  <a:lnTo>
                    <a:pt x="54" y="136"/>
                  </a:lnTo>
                  <a:lnTo>
                    <a:pt x="68" y="146"/>
                  </a:lnTo>
                  <a:lnTo>
                    <a:pt x="66" y="140"/>
                  </a:lnTo>
                  <a:lnTo>
                    <a:pt x="72" y="142"/>
                  </a:lnTo>
                  <a:lnTo>
                    <a:pt x="74" y="148"/>
                  </a:lnTo>
                  <a:lnTo>
                    <a:pt x="84" y="138"/>
                  </a:lnTo>
                  <a:lnTo>
                    <a:pt x="82" y="132"/>
                  </a:lnTo>
                  <a:lnTo>
                    <a:pt x="86" y="128"/>
                  </a:lnTo>
                  <a:lnTo>
                    <a:pt x="82" y="120"/>
                  </a:lnTo>
                  <a:lnTo>
                    <a:pt x="84" y="122"/>
                  </a:lnTo>
                  <a:lnTo>
                    <a:pt x="84" y="110"/>
                  </a:lnTo>
                  <a:lnTo>
                    <a:pt x="72" y="110"/>
                  </a:lnTo>
                  <a:lnTo>
                    <a:pt x="68" y="104"/>
                  </a:lnTo>
                  <a:lnTo>
                    <a:pt x="72" y="98"/>
                  </a:lnTo>
                  <a:lnTo>
                    <a:pt x="54" y="74"/>
                  </a:lnTo>
                  <a:lnTo>
                    <a:pt x="54" y="74"/>
                  </a:lnTo>
                  <a:lnTo>
                    <a:pt x="68" y="70"/>
                  </a:lnTo>
                  <a:lnTo>
                    <a:pt x="74" y="62"/>
                  </a:lnTo>
                  <a:lnTo>
                    <a:pt x="74" y="72"/>
                  </a:lnTo>
                  <a:lnTo>
                    <a:pt x="80" y="66"/>
                  </a:lnTo>
                  <a:lnTo>
                    <a:pt x="82" y="70"/>
                  </a:lnTo>
                  <a:lnTo>
                    <a:pt x="90" y="68"/>
                  </a:lnTo>
                  <a:lnTo>
                    <a:pt x="92" y="58"/>
                  </a:lnTo>
                  <a:lnTo>
                    <a:pt x="84" y="62"/>
                  </a:lnTo>
                  <a:lnTo>
                    <a:pt x="82" y="58"/>
                  </a:lnTo>
                  <a:lnTo>
                    <a:pt x="90" y="56"/>
                  </a:lnTo>
                  <a:lnTo>
                    <a:pt x="88" y="46"/>
                  </a:lnTo>
                  <a:lnTo>
                    <a:pt x="80" y="44"/>
                  </a:lnTo>
                  <a:lnTo>
                    <a:pt x="74" y="50"/>
                  </a:lnTo>
                  <a:lnTo>
                    <a:pt x="60" y="50"/>
                  </a:lnTo>
                  <a:lnTo>
                    <a:pt x="60" y="52"/>
                  </a:lnTo>
                  <a:lnTo>
                    <a:pt x="52" y="52"/>
                  </a:lnTo>
                  <a:lnTo>
                    <a:pt x="42" y="62"/>
                  </a:lnTo>
                  <a:lnTo>
                    <a:pt x="36" y="62"/>
                  </a:lnTo>
                  <a:lnTo>
                    <a:pt x="28" y="52"/>
                  </a:lnTo>
                  <a:lnTo>
                    <a:pt x="32" y="34"/>
                  </a:lnTo>
                  <a:lnTo>
                    <a:pt x="32" y="32"/>
                  </a:lnTo>
                  <a:lnTo>
                    <a:pt x="48" y="30"/>
                  </a:lnTo>
                  <a:lnTo>
                    <a:pt x="104" y="34"/>
                  </a:lnTo>
                  <a:lnTo>
                    <a:pt x="122" y="12"/>
                  </a:lnTo>
                  <a:lnTo>
                    <a:pt x="118" y="0"/>
                  </a:lnTo>
                  <a:lnTo>
                    <a:pt x="94" y="18"/>
                  </a:lnTo>
                  <a:lnTo>
                    <a:pt x="78" y="18"/>
                  </a:lnTo>
                  <a:lnTo>
                    <a:pt x="42" y="10"/>
                  </a:lnTo>
                  <a:lnTo>
                    <a:pt x="36" y="12"/>
                  </a:lnTo>
                  <a:lnTo>
                    <a:pt x="32" y="20"/>
                  </a:lnTo>
                  <a:lnTo>
                    <a:pt x="28" y="18"/>
                  </a:lnTo>
                  <a:lnTo>
                    <a:pt x="22" y="22"/>
                  </a:lnTo>
                  <a:lnTo>
                    <a:pt x="14" y="38"/>
                  </a:lnTo>
                  <a:lnTo>
                    <a:pt x="16" y="48"/>
                  </a:lnTo>
                  <a:lnTo>
                    <a:pt x="8" y="60"/>
                  </a:lnTo>
                  <a:lnTo>
                    <a:pt x="8" y="70"/>
                  </a:lnTo>
                  <a:lnTo>
                    <a:pt x="0" y="88"/>
                  </a:lnTo>
                  <a:lnTo>
                    <a:pt x="2" y="106"/>
                  </a:lnTo>
                  <a:close/>
                  <a:moveTo>
                    <a:pt x="64" y="124"/>
                  </a:moveTo>
                  <a:lnTo>
                    <a:pt x="76" y="122"/>
                  </a:lnTo>
                  <a:lnTo>
                    <a:pt x="74" y="124"/>
                  </a:lnTo>
                  <a:lnTo>
                    <a:pt x="74" y="124"/>
                  </a:lnTo>
                  <a:lnTo>
                    <a:pt x="64" y="124"/>
                  </a:lnTo>
                  <a:close/>
                  <a:moveTo>
                    <a:pt x="62" y="134"/>
                  </a:moveTo>
                  <a:lnTo>
                    <a:pt x="60" y="130"/>
                  </a:lnTo>
                  <a:lnTo>
                    <a:pt x="64" y="126"/>
                  </a:lnTo>
                  <a:lnTo>
                    <a:pt x="62" y="134"/>
                  </a:lnTo>
                  <a:close/>
                  <a:moveTo>
                    <a:pt x="74" y="112"/>
                  </a:moveTo>
                  <a:lnTo>
                    <a:pt x="74" y="112"/>
                  </a:lnTo>
                  <a:lnTo>
                    <a:pt x="72" y="110"/>
                  </a:lnTo>
                  <a:lnTo>
                    <a:pt x="74" y="1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6" name="Google Shape;416;p62"/>
            <p:cNvSpPr/>
            <p:nvPr/>
          </p:nvSpPr>
          <p:spPr>
            <a:xfrm>
              <a:off x="7243763" y="3343275"/>
              <a:ext cx="25400" cy="15875"/>
            </a:xfrm>
            <a:custGeom>
              <a:rect b="b" l="l" r="r" t="t"/>
              <a:pathLst>
                <a:path extrusionOk="0" h="10" w="16">
                  <a:moveTo>
                    <a:pt x="8" y="10"/>
                  </a:moveTo>
                  <a:lnTo>
                    <a:pt x="16" y="2"/>
                  </a:lnTo>
                  <a:lnTo>
                    <a:pt x="0" y="0"/>
                  </a:lnTo>
                  <a:lnTo>
                    <a:pt x="8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7" name="Google Shape;417;p62"/>
            <p:cNvSpPr/>
            <p:nvPr/>
          </p:nvSpPr>
          <p:spPr>
            <a:xfrm>
              <a:off x="7269163" y="3378200"/>
              <a:ext cx="104775" cy="44450"/>
            </a:xfrm>
            <a:custGeom>
              <a:rect b="b" l="l" r="r" t="t"/>
              <a:pathLst>
                <a:path extrusionOk="0" h="28" w="66">
                  <a:moveTo>
                    <a:pt x="18" y="20"/>
                  </a:moveTo>
                  <a:lnTo>
                    <a:pt x="22" y="28"/>
                  </a:lnTo>
                  <a:lnTo>
                    <a:pt x="50" y="20"/>
                  </a:lnTo>
                  <a:lnTo>
                    <a:pt x="52" y="22"/>
                  </a:lnTo>
                  <a:lnTo>
                    <a:pt x="66" y="18"/>
                  </a:lnTo>
                  <a:lnTo>
                    <a:pt x="58" y="4"/>
                  </a:lnTo>
                  <a:lnTo>
                    <a:pt x="54" y="10"/>
                  </a:lnTo>
                  <a:lnTo>
                    <a:pt x="52" y="6"/>
                  </a:lnTo>
                  <a:lnTo>
                    <a:pt x="46" y="8"/>
                  </a:lnTo>
                  <a:lnTo>
                    <a:pt x="40" y="0"/>
                  </a:lnTo>
                  <a:lnTo>
                    <a:pt x="36" y="10"/>
                  </a:lnTo>
                  <a:lnTo>
                    <a:pt x="34" y="10"/>
                  </a:lnTo>
                  <a:lnTo>
                    <a:pt x="22" y="8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8" y="4"/>
                  </a:lnTo>
                  <a:lnTo>
                    <a:pt x="2" y="10"/>
                  </a:lnTo>
                  <a:lnTo>
                    <a:pt x="0" y="22"/>
                  </a:lnTo>
                  <a:lnTo>
                    <a:pt x="18" y="22"/>
                  </a:lnTo>
                  <a:lnTo>
                    <a:pt x="18" y="2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8" name="Google Shape;418;p62"/>
            <p:cNvSpPr/>
            <p:nvPr/>
          </p:nvSpPr>
          <p:spPr>
            <a:xfrm>
              <a:off x="7386638" y="3384550"/>
              <a:ext cx="101600" cy="31750"/>
            </a:xfrm>
            <a:custGeom>
              <a:rect b="b" l="l" r="r" t="t"/>
              <a:pathLst>
                <a:path extrusionOk="0" h="20" w="64">
                  <a:moveTo>
                    <a:pt x="54" y="14"/>
                  </a:moveTo>
                  <a:lnTo>
                    <a:pt x="64" y="6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6" y="4"/>
                  </a:lnTo>
                  <a:lnTo>
                    <a:pt x="50" y="8"/>
                  </a:lnTo>
                  <a:lnTo>
                    <a:pt x="44" y="6"/>
                  </a:lnTo>
                  <a:lnTo>
                    <a:pt x="32" y="8"/>
                  </a:lnTo>
                  <a:lnTo>
                    <a:pt x="16" y="0"/>
                  </a:lnTo>
                  <a:lnTo>
                    <a:pt x="0" y="6"/>
                  </a:lnTo>
                  <a:lnTo>
                    <a:pt x="0" y="16"/>
                  </a:lnTo>
                  <a:lnTo>
                    <a:pt x="26" y="20"/>
                  </a:lnTo>
                  <a:lnTo>
                    <a:pt x="54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19" name="Google Shape;419;p62"/>
            <p:cNvSpPr/>
            <p:nvPr/>
          </p:nvSpPr>
          <p:spPr>
            <a:xfrm>
              <a:off x="7494588" y="3390900"/>
              <a:ext cx="117475" cy="66675"/>
            </a:xfrm>
            <a:custGeom>
              <a:rect b="b" l="l" r="r" t="t"/>
              <a:pathLst>
                <a:path extrusionOk="0" h="42" w="74">
                  <a:moveTo>
                    <a:pt x="26" y="36"/>
                  </a:moveTo>
                  <a:lnTo>
                    <a:pt x="34" y="24"/>
                  </a:lnTo>
                  <a:lnTo>
                    <a:pt x="72" y="10"/>
                  </a:lnTo>
                  <a:lnTo>
                    <a:pt x="74" y="0"/>
                  </a:lnTo>
                  <a:lnTo>
                    <a:pt x="32" y="6"/>
                  </a:lnTo>
                  <a:lnTo>
                    <a:pt x="24" y="14"/>
                  </a:lnTo>
                  <a:lnTo>
                    <a:pt x="6" y="22"/>
                  </a:lnTo>
                  <a:lnTo>
                    <a:pt x="0" y="42"/>
                  </a:lnTo>
                  <a:lnTo>
                    <a:pt x="10" y="42"/>
                  </a:lnTo>
                  <a:lnTo>
                    <a:pt x="26" y="3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0" name="Google Shape;420;p62"/>
            <p:cNvSpPr/>
            <p:nvPr/>
          </p:nvSpPr>
          <p:spPr>
            <a:xfrm>
              <a:off x="7567613" y="3365500"/>
              <a:ext cx="38100" cy="25400"/>
            </a:xfrm>
            <a:custGeom>
              <a:rect b="b" l="l" r="r" t="t"/>
              <a:pathLst>
                <a:path extrusionOk="0" h="16" w="24">
                  <a:moveTo>
                    <a:pt x="24" y="6"/>
                  </a:moveTo>
                  <a:lnTo>
                    <a:pt x="16" y="0"/>
                  </a:lnTo>
                  <a:lnTo>
                    <a:pt x="0" y="4"/>
                  </a:lnTo>
                  <a:lnTo>
                    <a:pt x="0" y="16"/>
                  </a:lnTo>
                  <a:lnTo>
                    <a:pt x="14" y="12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1" name="Google Shape;421;p62"/>
            <p:cNvSpPr/>
            <p:nvPr/>
          </p:nvSpPr>
          <p:spPr>
            <a:xfrm>
              <a:off x="7723188" y="3352800"/>
              <a:ext cx="22225" cy="38100"/>
            </a:xfrm>
            <a:custGeom>
              <a:rect b="b" l="l" r="r" t="t"/>
              <a:pathLst>
                <a:path extrusionOk="0" h="24" w="14">
                  <a:moveTo>
                    <a:pt x="0" y="16"/>
                  </a:moveTo>
                  <a:lnTo>
                    <a:pt x="6" y="24"/>
                  </a:lnTo>
                  <a:lnTo>
                    <a:pt x="14" y="12"/>
                  </a:lnTo>
                  <a:lnTo>
                    <a:pt x="14" y="2"/>
                  </a:lnTo>
                  <a:lnTo>
                    <a:pt x="8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2" name="Google Shape;422;p62"/>
            <p:cNvSpPr/>
            <p:nvPr/>
          </p:nvSpPr>
          <p:spPr>
            <a:xfrm>
              <a:off x="7805738" y="3298825"/>
              <a:ext cx="28575" cy="60325"/>
            </a:xfrm>
            <a:custGeom>
              <a:rect b="b" l="l" r="r" t="t"/>
              <a:pathLst>
                <a:path extrusionOk="0" h="38" w="18">
                  <a:moveTo>
                    <a:pt x="10" y="38"/>
                  </a:moveTo>
                  <a:lnTo>
                    <a:pt x="14" y="30"/>
                  </a:lnTo>
                  <a:lnTo>
                    <a:pt x="18" y="34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18" y="6"/>
                  </a:lnTo>
                  <a:lnTo>
                    <a:pt x="12" y="0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2" y="14"/>
                  </a:lnTo>
                  <a:lnTo>
                    <a:pt x="4" y="24"/>
                  </a:lnTo>
                  <a:lnTo>
                    <a:pt x="0" y="22"/>
                  </a:lnTo>
                  <a:lnTo>
                    <a:pt x="10" y="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3" name="Google Shape;423;p62"/>
            <p:cNvSpPr/>
            <p:nvPr/>
          </p:nvSpPr>
          <p:spPr>
            <a:xfrm>
              <a:off x="7777163" y="3298825"/>
              <a:ext cx="19050" cy="22225"/>
            </a:xfrm>
            <a:custGeom>
              <a:rect b="b" l="l" r="r" t="t"/>
              <a:pathLst>
                <a:path extrusionOk="0" h="14" w="12">
                  <a:moveTo>
                    <a:pt x="6" y="14"/>
                  </a:moveTo>
                  <a:lnTo>
                    <a:pt x="12" y="0"/>
                  </a:lnTo>
                  <a:lnTo>
                    <a:pt x="2" y="2"/>
                  </a:lnTo>
                  <a:lnTo>
                    <a:pt x="0" y="12"/>
                  </a:lnTo>
                  <a:lnTo>
                    <a:pt x="6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4" name="Google Shape;424;p62"/>
            <p:cNvSpPr/>
            <p:nvPr/>
          </p:nvSpPr>
          <p:spPr>
            <a:xfrm>
              <a:off x="7678738" y="3190875"/>
              <a:ext cx="28575" cy="22225"/>
            </a:xfrm>
            <a:custGeom>
              <a:rect b="b" l="l" r="r" t="t"/>
              <a:pathLst>
                <a:path extrusionOk="0" h="14" w="18">
                  <a:moveTo>
                    <a:pt x="8" y="14"/>
                  </a:moveTo>
                  <a:lnTo>
                    <a:pt x="18" y="10"/>
                  </a:lnTo>
                  <a:lnTo>
                    <a:pt x="16" y="0"/>
                  </a:lnTo>
                  <a:lnTo>
                    <a:pt x="0" y="4"/>
                  </a:lnTo>
                  <a:lnTo>
                    <a:pt x="8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5" name="Google Shape;425;p62"/>
            <p:cNvSpPr/>
            <p:nvPr/>
          </p:nvSpPr>
          <p:spPr>
            <a:xfrm>
              <a:off x="7697788" y="3143250"/>
              <a:ext cx="41275" cy="19050"/>
            </a:xfrm>
            <a:custGeom>
              <a:rect b="b" l="l" r="r" t="t"/>
              <a:pathLst>
                <a:path extrusionOk="0" h="12" w="26">
                  <a:moveTo>
                    <a:pt x="12" y="12"/>
                  </a:moveTo>
                  <a:lnTo>
                    <a:pt x="26" y="8"/>
                  </a:lnTo>
                  <a:lnTo>
                    <a:pt x="10" y="0"/>
                  </a:lnTo>
                  <a:lnTo>
                    <a:pt x="0" y="4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6" name="Google Shape;426;p62"/>
            <p:cNvSpPr/>
            <p:nvPr/>
          </p:nvSpPr>
          <p:spPr>
            <a:xfrm>
              <a:off x="7843838" y="3165475"/>
              <a:ext cx="44450" cy="22225"/>
            </a:xfrm>
            <a:custGeom>
              <a:rect b="b" l="l" r="r" t="t"/>
              <a:pathLst>
                <a:path extrusionOk="0" h="14" w="28">
                  <a:moveTo>
                    <a:pt x="28" y="10"/>
                  </a:moveTo>
                  <a:lnTo>
                    <a:pt x="16" y="0"/>
                  </a:lnTo>
                  <a:lnTo>
                    <a:pt x="0" y="0"/>
                  </a:lnTo>
                  <a:lnTo>
                    <a:pt x="18" y="14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7" name="Google Shape;427;p62"/>
            <p:cNvSpPr/>
            <p:nvPr/>
          </p:nvSpPr>
          <p:spPr>
            <a:xfrm>
              <a:off x="7624763" y="3225800"/>
              <a:ext cx="95250" cy="44450"/>
            </a:xfrm>
            <a:custGeom>
              <a:rect b="b" l="l" r="r" t="t"/>
              <a:pathLst>
                <a:path extrusionOk="0" h="28" w="60">
                  <a:moveTo>
                    <a:pt x="12" y="16"/>
                  </a:moveTo>
                  <a:lnTo>
                    <a:pt x="14" y="18"/>
                  </a:lnTo>
                  <a:lnTo>
                    <a:pt x="22" y="14"/>
                  </a:lnTo>
                  <a:lnTo>
                    <a:pt x="28" y="16"/>
                  </a:lnTo>
                  <a:lnTo>
                    <a:pt x="36" y="16"/>
                  </a:lnTo>
                  <a:lnTo>
                    <a:pt x="58" y="26"/>
                  </a:lnTo>
                  <a:lnTo>
                    <a:pt x="60" y="18"/>
                  </a:lnTo>
                  <a:lnTo>
                    <a:pt x="54" y="4"/>
                  </a:lnTo>
                  <a:lnTo>
                    <a:pt x="34" y="0"/>
                  </a:lnTo>
                  <a:lnTo>
                    <a:pt x="8" y="0"/>
                  </a:lnTo>
                  <a:lnTo>
                    <a:pt x="0" y="10"/>
                  </a:lnTo>
                  <a:lnTo>
                    <a:pt x="2" y="22"/>
                  </a:lnTo>
                  <a:lnTo>
                    <a:pt x="4" y="20"/>
                  </a:lnTo>
                  <a:lnTo>
                    <a:pt x="4" y="28"/>
                  </a:lnTo>
                  <a:lnTo>
                    <a:pt x="12" y="16"/>
                  </a:lnTo>
                  <a:close/>
                  <a:moveTo>
                    <a:pt x="8" y="14"/>
                  </a:moveTo>
                  <a:lnTo>
                    <a:pt x="8" y="14"/>
                  </a:lnTo>
                  <a:lnTo>
                    <a:pt x="8" y="14"/>
                  </a:lnTo>
                  <a:lnTo>
                    <a:pt x="8" y="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8" name="Google Shape;428;p62"/>
            <p:cNvSpPr/>
            <p:nvPr/>
          </p:nvSpPr>
          <p:spPr>
            <a:xfrm>
              <a:off x="6651625" y="2974975"/>
              <a:ext cx="617538" cy="441325"/>
            </a:xfrm>
            <a:custGeom>
              <a:rect b="b" l="l" r="r" t="t"/>
              <a:pathLst>
                <a:path extrusionOk="0" h="278" w="389">
                  <a:moveTo>
                    <a:pt x="367" y="272"/>
                  </a:moveTo>
                  <a:lnTo>
                    <a:pt x="365" y="266"/>
                  </a:lnTo>
                  <a:lnTo>
                    <a:pt x="371" y="266"/>
                  </a:lnTo>
                  <a:lnTo>
                    <a:pt x="379" y="278"/>
                  </a:lnTo>
                  <a:lnTo>
                    <a:pt x="389" y="262"/>
                  </a:lnTo>
                  <a:lnTo>
                    <a:pt x="383" y="256"/>
                  </a:lnTo>
                  <a:lnTo>
                    <a:pt x="365" y="256"/>
                  </a:lnTo>
                  <a:lnTo>
                    <a:pt x="365" y="252"/>
                  </a:lnTo>
                  <a:lnTo>
                    <a:pt x="337" y="248"/>
                  </a:lnTo>
                  <a:lnTo>
                    <a:pt x="335" y="244"/>
                  </a:lnTo>
                  <a:lnTo>
                    <a:pt x="345" y="244"/>
                  </a:lnTo>
                  <a:lnTo>
                    <a:pt x="359" y="242"/>
                  </a:lnTo>
                  <a:lnTo>
                    <a:pt x="355" y="234"/>
                  </a:lnTo>
                  <a:lnTo>
                    <a:pt x="329" y="234"/>
                  </a:lnTo>
                  <a:lnTo>
                    <a:pt x="329" y="234"/>
                  </a:lnTo>
                  <a:lnTo>
                    <a:pt x="307" y="228"/>
                  </a:lnTo>
                  <a:lnTo>
                    <a:pt x="303" y="230"/>
                  </a:lnTo>
                  <a:lnTo>
                    <a:pt x="297" y="224"/>
                  </a:lnTo>
                  <a:lnTo>
                    <a:pt x="295" y="224"/>
                  </a:lnTo>
                  <a:lnTo>
                    <a:pt x="291" y="228"/>
                  </a:lnTo>
                  <a:lnTo>
                    <a:pt x="285" y="234"/>
                  </a:lnTo>
                  <a:lnTo>
                    <a:pt x="261" y="232"/>
                  </a:lnTo>
                  <a:lnTo>
                    <a:pt x="249" y="222"/>
                  </a:lnTo>
                  <a:lnTo>
                    <a:pt x="235" y="220"/>
                  </a:lnTo>
                  <a:lnTo>
                    <a:pt x="233" y="214"/>
                  </a:lnTo>
                  <a:lnTo>
                    <a:pt x="221" y="218"/>
                  </a:lnTo>
                  <a:lnTo>
                    <a:pt x="209" y="216"/>
                  </a:lnTo>
                  <a:lnTo>
                    <a:pt x="205" y="218"/>
                  </a:lnTo>
                  <a:lnTo>
                    <a:pt x="209" y="162"/>
                  </a:lnTo>
                  <a:lnTo>
                    <a:pt x="209" y="162"/>
                  </a:lnTo>
                  <a:lnTo>
                    <a:pt x="221" y="168"/>
                  </a:lnTo>
                  <a:lnTo>
                    <a:pt x="221" y="152"/>
                  </a:lnTo>
                  <a:lnTo>
                    <a:pt x="213" y="150"/>
                  </a:lnTo>
                  <a:lnTo>
                    <a:pt x="205" y="130"/>
                  </a:lnTo>
                  <a:lnTo>
                    <a:pt x="199" y="136"/>
                  </a:lnTo>
                  <a:lnTo>
                    <a:pt x="194" y="134"/>
                  </a:lnTo>
                  <a:lnTo>
                    <a:pt x="188" y="144"/>
                  </a:lnTo>
                  <a:lnTo>
                    <a:pt x="182" y="140"/>
                  </a:lnTo>
                  <a:lnTo>
                    <a:pt x="178" y="126"/>
                  </a:lnTo>
                  <a:lnTo>
                    <a:pt x="162" y="120"/>
                  </a:lnTo>
                  <a:lnTo>
                    <a:pt x="162" y="120"/>
                  </a:lnTo>
                  <a:lnTo>
                    <a:pt x="166" y="110"/>
                  </a:lnTo>
                  <a:lnTo>
                    <a:pt x="164" y="110"/>
                  </a:lnTo>
                  <a:lnTo>
                    <a:pt x="168" y="108"/>
                  </a:lnTo>
                  <a:lnTo>
                    <a:pt x="164" y="100"/>
                  </a:lnTo>
                  <a:lnTo>
                    <a:pt x="158" y="94"/>
                  </a:lnTo>
                  <a:lnTo>
                    <a:pt x="154" y="98"/>
                  </a:lnTo>
                  <a:lnTo>
                    <a:pt x="154" y="86"/>
                  </a:lnTo>
                  <a:lnTo>
                    <a:pt x="144" y="86"/>
                  </a:lnTo>
                  <a:lnTo>
                    <a:pt x="142" y="76"/>
                  </a:lnTo>
                  <a:lnTo>
                    <a:pt x="132" y="74"/>
                  </a:lnTo>
                  <a:lnTo>
                    <a:pt x="132" y="78"/>
                  </a:lnTo>
                  <a:lnTo>
                    <a:pt x="128" y="76"/>
                  </a:lnTo>
                  <a:lnTo>
                    <a:pt x="130" y="66"/>
                  </a:lnTo>
                  <a:lnTo>
                    <a:pt x="118" y="66"/>
                  </a:lnTo>
                  <a:lnTo>
                    <a:pt x="114" y="62"/>
                  </a:lnTo>
                  <a:lnTo>
                    <a:pt x="110" y="66"/>
                  </a:lnTo>
                  <a:lnTo>
                    <a:pt x="108" y="64"/>
                  </a:lnTo>
                  <a:lnTo>
                    <a:pt x="84" y="42"/>
                  </a:lnTo>
                  <a:lnTo>
                    <a:pt x="64" y="28"/>
                  </a:lnTo>
                  <a:lnTo>
                    <a:pt x="50" y="8"/>
                  </a:lnTo>
                  <a:lnTo>
                    <a:pt x="26" y="6"/>
                  </a:lnTo>
                  <a:lnTo>
                    <a:pt x="14" y="0"/>
                  </a:lnTo>
                  <a:lnTo>
                    <a:pt x="0" y="0"/>
                  </a:lnTo>
                  <a:lnTo>
                    <a:pt x="2" y="4"/>
                  </a:lnTo>
                  <a:lnTo>
                    <a:pt x="8" y="20"/>
                  </a:lnTo>
                  <a:lnTo>
                    <a:pt x="30" y="40"/>
                  </a:lnTo>
                  <a:lnTo>
                    <a:pt x="38" y="44"/>
                  </a:lnTo>
                  <a:lnTo>
                    <a:pt x="46" y="54"/>
                  </a:lnTo>
                  <a:lnTo>
                    <a:pt x="50" y="66"/>
                  </a:lnTo>
                  <a:lnTo>
                    <a:pt x="64" y="72"/>
                  </a:lnTo>
                  <a:lnTo>
                    <a:pt x="68" y="76"/>
                  </a:lnTo>
                  <a:lnTo>
                    <a:pt x="78" y="104"/>
                  </a:lnTo>
                  <a:lnTo>
                    <a:pt x="88" y="108"/>
                  </a:lnTo>
                  <a:lnTo>
                    <a:pt x="96" y="120"/>
                  </a:lnTo>
                  <a:lnTo>
                    <a:pt x="110" y="152"/>
                  </a:lnTo>
                  <a:lnTo>
                    <a:pt x="134" y="176"/>
                  </a:lnTo>
                  <a:lnTo>
                    <a:pt x="140" y="186"/>
                  </a:lnTo>
                  <a:lnTo>
                    <a:pt x="164" y="202"/>
                  </a:lnTo>
                  <a:lnTo>
                    <a:pt x="184" y="222"/>
                  </a:lnTo>
                  <a:lnTo>
                    <a:pt x="184" y="214"/>
                  </a:lnTo>
                  <a:lnTo>
                    <a:pt x="190" y="218"/>
                  </a:lnTo>
                  <a:lnTo>
                    <a:pt x="194" y="214"/>
                  </a:lnTo>
                  <a:lnTo>
                    <a:pt x="203" y="220"/>
                  </a:lnTo>
                  <a:lnTo>
                    <a:pt x="197" y="228"/>
                  </a:lnTo>
                  <a:lnTo>
                    <a:pt x="188" y="228"/>
                  </a:lnTo>
                  <a:lnTo>
                    <a:pt x="192" y="236"/>
                  </a:lnTo>
                  <a:lnTo>
                    <a:pt x="211" y="240"/>
                  </a:lnTo>
                  <a:lnTo>
                    <a:pt x="209" y="242"/>
                  </a:lnTo>
                  <a:lnTo>
                    <a:pt x="223" y="250"/>
                  </a:lnTo>
                  <a:lnTo>
                    <a:pt x="251" y="256"/>
                  </a:lnTo>
                  <a:lnTo>
                    <a:pt x="257" y="254"/>
                  </a:lnTo>
                  <a:lnTo>
                    <a:pt x="273" y="254"/>
                  </a:lnTo>
                  <a:lnTo>
                    <a:pt x="295" y="264"/>
                  </a:lnTo>
                  <a:lnTo>
                    <a:pt x="311" y="266"/>
                  </a:lnTo>
                  <a:lnTo>
                    <a:pt x="319" y="266"/>
                  </a:lnTo>
                  <a:lnTo>
                    <a:pt x="331" y="268"/>
                  </a:lnTo>
                  <a:lnTo>
                    <a:pt x="339" y="266"/>
                  </a:lnTo>
                  <a:lnTo>
                    <a:pt x="369" y="276"/>
                  </a:lnTo>
                  <a:lnTo>
                    <a:pt x="367" y="272"/>
                  </a:lnTo>
                  <a:close/>
                  <a:moveTo>
                    <a:pt x="188" y="146"/>
                  </a:moveTo>
                  <a:lnTo>
                    <a:pt x="201" y="150"/>
                  </a:lnTo>
                  <a:lnTo>
                    <a:pt x="203" y="154"/>
                  </a:lnTo>
                  <a:lnTo>
                    <a:pt x="199" y="150"/>
                  </a:lnTo>
                  <a:lnTo>
                    <a:pt x="188" y="150"/>
                  </a:lnTo>
                  <a:lnTo>
                    <a:pt x="188" y="1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29" name="Google Shape;429;p62"/>
            <p:cNvSpPr/>
            <p:nvPr/>
          </p:nvSpPr>
          <p:spPr>
            <a:xfrm>
              <a:off x="7021513" y="3216275"/>
              <a:ext cx="28575" cy="25400"/>
            </a:xfrm>
            <a:custGeom>
              <a:rect b="b" l="l" r="r" t="t"/>
              <a:pathLst>
                <a:path extrusionOk="0" h="16" w="18">
                  <a:moveTo>
                    <a:pt x="18" y="6"/>
                  </a:moveTo>
                  <a:lnTo>
                    <a:pt x="4" y="0"/>
                  </a:lnTo>
                  <a:lnTo>
                    <a:pt x="0" y="14"/>
                  </a:lnTo>
                  <a:lnTo>
                    <a:pt x="14" y="16"/>
                  </a:lnTo>
                  <a:lnTo>
                    <a:pt x="18" y="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0" name="Google Shape;430;p62"/>
            <p:cNvSpPr/>
            <p:nvPr/>
          </p:nvSpPr>
          <p:spPr>
            <a:xfrm>
              <a:off x="6924675" y="3146425"/>
              <a:ext cx="15875" cy="19050"/>
            </a:xfrm>
            <a:custGeom>
              <a:rect b="b" l="l" r="r" t="t"/>
              <a:pathLst>
                <a:path extrusionOk="0" h="12" w="10">
                  <a:moveTo>
                    <a:pt x="8" y="0"/>
                  </a:moveTo>
                  <a:lnTo>
                    <a:pt x="0" y="10"/>
                  </a:lnTo>
                  <a:lnTo>
                    <a:pt x="4" y="12"/>
                  </a:lnTo>
                  <a:lnTo>
                    <a:pt x="10" y="1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1" name="Google Shape;431;p62"/>
            <p:cNvSpPr/>
            <p:nvPr/>
          </p:nvSpPr>
          <p:spPr>
            <a:xfrm>
              <a:off x="7707313" y="1784350"/>
              <a:ext cx="361950" cy="295275"/>
            </a:xfrm>
            <a:custGeom>
              <a:rect b="b" l="l" r="r" t="t"/>
              <a:pathLst>
                <a:path extrusionOk="0" h="186" w="228">
                  <a:moveTo>
                    <a:pt x="128" y="96"/>
                  </a:moveTo>
                  <a:lnTo>
                    <a:pt x="116" y="112"/>
                  </a:lnTo>
                  <a:lnTo>
                    <a:pt x="106" y="124"/>
                  </a:lnTo>
                  <a:lnTo>
                    <a:pt x="96" y="132"/>
                  </a:lnTo>
                  <a:lnTo>
                    <a:pt x="76" y="132"/>
                  </a:lnTo>
                  <a:lnTo>
                    <a:pt x="54" y="132"/>
                  </a:lnTo>
                  <a:lnTo>
                    <a:pt x="38" y="138"/>
                  </a:lnTo>
                  <a:lnTo>
                    <a:pt x="26" y="148"/>
                  </a:lnTo>
                  <a:lnTo>
                    <a:pt x="14" y="160"/>
                  </a:lnTo>
                  <a:lnTo>
                    <a:pt x="0" y="168"/>
                  </a:lnTo>
                  <a:lnTo>
                    <a:pt x="6" y="168"/>
                  </a:lnTo>
                  <a:lnTo>
                    <a:pt x="16" y="172"/>
                  </a:lnTo>
                  <a:lnTo>
                    <a:pt x="36" y="168"/>
                  </a:lnTo>
                  <a:lnTo>
                    <a:pt x="52" y="162"/>
                  </a:lnTo>
                  <a:lnTo>
                    <a:pt x="68" y="160"/>
                  </a:lnTo>
                  <a:lnTo>
                    <a:pt x="74" y="154"/>
                  </a:lnTo>
                  <a:lnTo>
                    <a:pt x="92" y="160"/>
                  </a:lnTo>
                  <a:lnTo>
                    <a:pt x="90" y="170"/>
                  </a:lnTo>
                  <a:lnTo>
                    <a:pt x="90" y="176"/>
                  </a:lnTo>
                  <a:lnTo>
                    <a:pt x="102" y="186"/>
                  </a:lnTo>
                  <a:lnTo>
                    <a:pt x="120" y="166"/>
                  </a:lnTo>
                  <a:lnTo>
                    <a:pt x="130" y="166"/>
                  </a:lnTo>
                  <a:lnTo>
                    <a:pt x="120" y="152"/>
                  </a:lnTo>
                  <a:lnTo>
                    <a:pt x="122" y="150"/>
                  </a:lnTo>
                  <a:lnTo>
                    <a:pt x="142" y="162"/>
                  </a:lnTo>
                  <a:lnTo>
                    <a:pt x="156" y="154"/>
                  </a:lnTo>
                  <a:lnTo>
                    <a:pt x="162" y="154"/>
                  </a:lnTo>
                  <a:lnTo>
                    <a:pt x="166" y="158"/>
                  </a:lnTo>
                  <a:lnTo>
                    <a:pt x="182" y="144"/>
                  </a:lnTo>
                  <a:lnTo>
                    <a:pt x="182" y="154"/>
                  </a:lnTo>
                  <a:lnTo>
                    <a:pt x="204" y="136"/>
                  </a:lnTo>
                  <a:lnTo>
                    <a:pt x="200" y="122"/>
                  </a:lnTo>
                  <a:lnTo>
                    <a:pt x="208" y="102"/>
                  </a:lnTo>
                  <a:lnTo>
                    <a:pt x="206" y="88"/>
                  </a:lnTo>
                  <a:lnTo>
                    <a:pt x="212" y="74"/>
                  </a:lnTo>
                  <a:lnTo>
                    <a:pt x="218" y="72"/>
                  </a:lnTo>
                  <a:lnTo>
                    <a:pt x="218" y="68"/>
                  </a:lnTo>
                  <a:lnTo>
                    <a:pt x="228" y="46"/>
                  </a:lnTo>
                  <a:lnTo>
                    <a:pt x="218" y="22"/>
                  </a:lnTo>
                  <a:lnTo>
                    <a:pt x="216" y="6"/>
                  </a:lnTo>
                  <a:lnTo>
                    <a:pt x="202" y="0"/>
                  </a:lnTo>
                  <a:lnTo>
                    <a:pt x="204" y="8"/>
                  </a:lnTo>
                  <a:lnTo>
                    <a:pt x="200" y="6"/>
                  </a:lnTo>
                  <a:lnTo>
                    <a:pt x="188" y="18"/>
                  </a:lnTo>
                  <a:lnTo>
                    <a:pt x="182" y="34"/>
                  </a:lnTo>
                  <a:lnTo>
                    <a:pt x="184" y="42"/>
                  </a:lnTo>
                  <a:lnTo>
                    <a:pt x="182" y="58"/>
                  </a:lnTo>
                  <a:lnTo>
                    <a:pt x="174" y="72"/>
                  </a:lnTo>
                  <a:lnTo>
                    <a:pt x="164" y="86"/>
                  </a:lnTo>
                  <a:lnTo>
                    <a:pt x="152" y="94"/>
                  </a:lnTo>
                  <a:lnTo>
                    <a:pt x="154" y="82"/>
                  </a:lnTo>
                  <a:lnTo>
                    <a:pt x="150" y="80"/>
                  </a:lnTo>
                  <a:lnTo>
                    <a:pt x="144" y="94"/>
                  </a:lnTo>
                  <a:lnTo>
                    <a:pt x="150" y="94"/>
                  </a:lnTo>
                  <a:lnTo>
                    <a:pt x="148" y="96"/>
                  </a:lnTo>
                  <a:lnTo>
                    <a:pt x="130" y="104"/>
                  </a:lnTo>
                  <a:lnTo>
                    <a:pt x="130" y="104"/>
                  </a:lnTo>
                  <a:lnTo>
                    <a:pt x="132" y="98"/>
                  </a:lnTo>
                  <a:lnTo>
                    <a:pt x="128" y="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2" name="Google Shape;432;p62"/>
            <p:cNvSpPr/>
            <p:nvPr/>
          </p:nvSpPr>
          <p:spPr>
            <a:xfrm>
              <a:off x="2065338" y="0"/>
              <a:ext cx="1001713" cy="965200"/>
            </a:xfrm>
            <a:custGeom>
              <a:rect b="b" l="l" r="r" t="t"/>
              <a:pathLst>
                <a:path extrusionOk="0" h="608" w="631">
                  <a:moveTo>
                    <a:pt x="631" y="0"/>
                  </a:moveTo>
                  <a:lnTo>
                    <a:pt x="0" y="0"/>
                  </a:lnTo>
                  <a:lnTo>
                    <a:pt x="8" y="18"/>
                  </a:lnTo>
                  <a:lnTo>
                    <a:pt x="14" y="40"/>
                  </a:lnTo>
                  <a:lnTo>
                    <a:pt x="20" y="62"/>
                  </a:lnTo>
                  <a:lnTo>
                    <a:pt x="20" y="74"/>
                  </a:lnTo>
                  <a:lnTo>
                    <a:pt x="36" y="88"/>
                  </a:lnTo>
                  <a:lnTo>
                    <a:pt x="30" y="106"/>
                  </a:lnTo>
                  <a:lnTo>
                    <a:pt x="24" y="126"/>
                  </a:lnTo>
                  <a:lnTo>
                    <a:pt x="38" y="142"/>
                  </a:lnTo>
                  <a:lnTo>
                    <a:pt x="54" y="128"/>
                  </a:lnTo>
                  <a:lnTo>
                    <a:pt x="66" y="132"/>
                  </a:lnTo>
                  <a:lnTo>
                    <a:pt x="76" y="146"/>
                  </a:lnTo>
                  <a:lnTo>
                    <a:pt x="86" y="162"/>
                  </a:lnTo>
                  <a:lnTo>
                    <a:pt x="96" y="176"/>
                  </a:lnTo>
                  <a:lnTo>
                    <a:pt x="92" y="190"/>
                  </a:lnTo>
                  <a:lnTo>
                    <a:pt x="74" y="180"/>
                  </a:lnTo>
                  <a:lnTo>
                    <a:pt x="56" y="174"/>
                  </a:lnTo>
                  <a:lnTo>
                    <a:pt x="44" y="172"/>
                  </a:lnTo>
                  <a:lnTo>
                    <a:pt x="54" y="188"/>
                  </a:lnTo>
                  <a:lnTo>
                    <a:pt x="66" y="196"/>
                  </a:lnTo>
                  <a:lnTo>
                    <a:pt x="80" y="202"/>
                  </a:lnTo>
                  <a:lnTo>
                    <a:pt x="94" y="208"/>
                  </a:lnTo>
                  <a:lnTo>
                    <a:pt x="110" y="212"/>
                  </a:lnTo>
                  <a:lnTo>
                    <a:pt x="102" y="228"/>
                  </a:lnTo>
                  <a:lnTo>
                    <a:pt x="96" y="248"/>
                  </a:lnTo>
                  <a:lnTo>
                    <a:pt x="90" y="270"/>
                  </a:lnTo>
                  <a:lnTo>
                    <a:pt x="74" y="272"/>
                  </a:lnTo>
                  <a:lnTo>
                    <a:pt x="76" y="274"/>
                  </a:lnTo>
                  <a:lnTo>
                    <a:pt x="66" y="286"/>
                  </a:lnTo>
                  <a:lnTo>
                    <a:pt x="56" y="302"/>
                  </a:lnTo>
                  <a:lnTo>
                    <a:pt x="52" y="322"/>
                  </a:lnTo>
                  <a:lnTo>
                    <a:pt x="50" y="340"/>
                  </a:lnTo>
                  <a:lnTo>
                    <a:pt x="60" y="342"/>
                  </a:lnTo>
                  <a:lnTo>
                    <a:pt x="56" y="362"/>
                  </a:lnTo>
                  <a:lnTo>
                    <a:pt x="62" y="378"/>
                  </a:lnTo>
                  <a:lnTo>
                    <a:pt x="70" y="394"/>
                  </a:lnTo>
                  <a:lnTo>
                    <a:pt x="78" y="410"/>
                  </a:lnTo>
                  <a:lnTo>
                    <a:pt x="82" y="440"/>
                  </a:lnTo>
                  <a:lnTo>
                    <a:pt x="92" y="436"/>
                  </a:lnTo>
                  <a:lnTo>
                    <a:pt x="104" y="442"/>
                  </a:lnTo>
                  <a:lnTo>
                    <a:pt x="94" y="458"/>
                  </a:lnTo>
                  <a:lnTo>
                    <a:pt x="100" y="478"/>
                  </a:lnTo>
                  <a:lnTo>
                    <a:pt x="106" y="500"/>
                  </a:lnTo>
                  <a:lnTo>
                    <a:pt x="116" y="520"/>
                  </a:lnTo>
                  <a:lnTo>
                    <a:pt x="128" y="538"/>
                  </a:lnTo>
                  <a:lnTo>
                    <a:pt x="132" y="556"/>
                  </a:lnTo>
                  <a:lnTo>
                    <a:pt x="146" y="562"/>
                  </a:lnTo>
                  <a:lnTo>
                    <a:pt x="154" y="576"/>
                  </a:lnTo>
                  <a:lnTo>
                    <a:pt x="166" y="570"/>
                  </a:lnTo>
                  <a:lnTo>
                    <a:pt x="178" y="568"/>
                  </a:lnTo>
                  <a:lnTo>
                    <a:pt x="187" y="578"/>
                  </a:lnTo>
                  <a:lnTo>
                    <a:pt x="197" y="592"/>
                  </a:lnTo>
                  <a:lnTo>
                    <a:pt x="207" y="608"/>
                  </a:lnTo>
                  <a:lnTo>
                    <a:pt x="217" y="600"/>
                  </a:lnTo>
                  <a:lnTo>
                    <a:pt x="225" y="606"/>
                  </a:lnTo>
                  <a:lnTo>
                    <a:pt x="235" y="594"/>
                  </a:lnTo>
                  <a:lnTo>
                    <a:pt x="237" y="572"/>
                  </a:lnTo>
                  <a:lnTo>
                    <a:pt x="249" y="554"/>
                  </a:lnTo>
                  <a:lnTo>
                    <a:pt x="245" y="532"/>
                  </a:lnTo>
                  <a:lnTo>
                    <a:pt x="249" y="506"/>
                  </a:lnTo>
                  <a:lnTo>
                    <a:pt x="255" y="492"/>
                  </a:lnTo>
                  <a:lnTo>
                    <a:pt x="269" y="482"/>
                  </a:lnTo>
                  <a:lnTo>
                    <a:pt x="277" y="462"/>
                  </a:lnTo>
                  <a:lnTo>
                    <a:pt x="269" y="442"/>
                  </a:lnTo>
                  <a:lnTo>
                    <a:pt x="271" y="430"/>
                  </a:lnTo>
                  <a:lnTo>
                    <a:pt x="273" y="422"/>
                  </a:lnTo>
                  <a:lnTo>
                    <a:pt x="281" y="404"/>
                  </a:lnTo>
                  <a:lnTo>
                    <a:pt x="299" y="396"/>
                  </a:lnTo>
                  <a:lnTo>
                    <a:pt x="315" y="382"/>
                  </a:lnTo>
                  <a:lnTo>
                    <a:pt x="329" y="360"/>
                  </a:lnTo>
                  <a:lnTo>
                    <a:pt x="329" y="378"/>
                  </a:lnTo>
                  <a:lnTo>
                    <a:pt x="337" y="376"/>
                  </a:lnTo>
                  <a:lnTo>
                    <a:pt x="351" y="372"/>
                  </a:lnTo>
                  <a:lnTo>
                    <a:pt x="367" y="366"/>
                  </a:lnTo>
                  <a:lnTo>
                    <a:pt x="383" y="356"/>
                  </a:lnTo>
                  <a:lnTo>
                    <a:pt x="393" y="332"/>
                  </a:lnTo>
                  <a:lnTo>
                    <a:pt x="403" y="312"/>
                  </a:lnTo>
                  <a:lnTo>
                    <a:pt x="417" y="294"/>
                  </a:lnTo>
                  <a:lnTo>
                    <a:pt x="429" y="284"/>
                  </a:lnTo>
                  <a:lnTo>
                    <a:pt x="443" y="278"/>
                  </a:lnTo>
                  <a:lnTo>
                    <a:pt x="457" y="278"/>
                  </a:lnTo>
                  <a:lnTo>
                    <a:pt x="473" y="274"/>
                  </a:lnTo>
                  <a:lnTo>
                    <a:pt x="487" y="268"/>
                  </a:lnTo>
                  <a:lnTo>
                    <a:pt x="503" y="264"/>
                  </a:lnTo>
                  <a:lnTo>
                    <a:pt x="519" y="260"/>
                  </a:lnTo>
                  <a:lnTo>
                    <a:pt x="531" y="246"/>
                  </a:lnTo>
                  <a:lnTo>
                    <a:pt x="545" y="230"/>
                  </a:lnTo>
                  <a:lnTo>
                    <a:pt x="561" y="216"/>
                  </a:lnTo>
                  <a:lnTo>
                    <a:pt x="575" y="212"/>
                  </a:lnTo>
                  <a:lnTo>
                    <a:pt x="587" y="202"/>
                  </a:lnTo>
                  <a:lnTo>
                    <a:pt x="575" y="196"/>
                  </a:lnTo>
                  <a:lnTo>
                    <a:pt x="561" y="198"/>
                  </a:lnTo>
                  <a:lnTo>
                    <a:pt x="545" y="194"/>
                  </a:lnTo>
                  <a:lnTo>
                    <a:pt x="531" y="190"/>
                  </a:lnTo>
                  <a:lnTo>
                    <a:pt x="523" y="174"/>
                  </a:lnTo>
                  <a:lnTo>
                    <a:pt x="535" y="162"/>
                  </a:lnTo>
                  <a:lnTo>
                    <a:pt x="529" y="140"/>
                  </a:lnTo>
                  <a:lnTo>
                    <a:pt x="537" y="142"/>
                  </a:lnTo>
                  <a:lnTo>
                    <a:pt x="549" y="148"/>
                  </a:lnTo>
                  <a:lnTo>
                    <a:pt x="561" y="162"/>
                  </a:lnTo>
                  <a:lnTo>
                    <a:pt x="569" y="180"/>
                  </a:lnTo>
                  <a:lnTo>
                    <a:pt x="585" y="182"/>
                  </a:lnTo>
                  <a:lnTo>
                    <a:pt x="601" y="172"/>
                  </a:lnTo>
                  <a:lnTo>
                    <a:pt x="599" y="152"/>
                  </a:lnTo>
                  <a:lnTo>
                    <a:pt x="591" y="134"/>
                  </a:lnTo>
                  <a:lnTo>
                    <a:pt x="577" y="120"/>
                  </a:lnTo>
                  <a:lnTo>
                    <a:pt x="567" y="104"/>
                  </a:lnTo>
                  <a:lnTo>
                    <a:pt x="555" y="90"/>
                  </a:lnTo>
                  <a:lnTo>
                    <a:pt x="541" y="78"/>
                  </a:lnTo>
                  <a:lnTo>
                    <a:pt x="541" y="66"/>
                  </a:lnTo>
                  <a:lnTo>
                    <a:pt x="549" y="66"/>
                  </a:lnTo>
                  <a:lnTo>
                    <a:pt x="555" y="84"/>
                  </a:lnTo>
                  <a:lnTo>
                    <a:pt x="567" y="96"/>
                  </a:lnTo>
                  <a:lnTo>
                    <a:pt x="581" y="102"/>
                  </a:lnTo>
                  <a:lnTo>
                    <a:pt x="591" y="80"/>
                  </a:lnTo>
                  <a:lnTo>
                    <a:pt x="583" y="64"/>
                  </a:lnTo>
                  <a:lnTo>
                    <a:pt x="569" y="54"/>
                  </a:lnTo>
                  <a:lnTo>
                    <a:pt x="559" y="44"/>
                  </a:lnTo>
                  <a:lnTo>
                    <a:pt x="567" y="40"/>
                  </a:lnTo>
                  <a:lnTo>
                    <a:pt x="585" y="62"/>
                  </a:lnTo>
                  <a:lnTo>
                    <a:pt x="595" y="50"/>
                  </a:lnTo>
                  <a:lnTo>
                    <a:pt x="607" y="44"/>
                  </a:lnTo>
                  <a:lnTo>
                    <a:pt x="617" y="28"/>
                  </a:lnTo>
                  <a:lnTo>
                    <a:pt x="611" y="16"/>
                  </a:lnTo>
                  <a:lnTo>
                    <a:pt x="627" y="10"/>
                  </a:lnTo>
                  <a:lnTo>
                    <a:pt x="6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3" name="Google Shape;433;p62"/>
            <p:cNvSpPr/>
            <p:nvPr/>
          </p:nvSpPr>
          <p:spPr>
            <a:xfrm>
              <a:off x="1116013" y="0"/>
              <a:ext cx="873125" cy="790575"/>
            </a:xfrm>
            <a:custGeom>
              <a:rect b="b" l="l" r="r" t="t"/>
              <a:pathLst>
                <a:path extrusionOk="0" h="498" w="550">
                  <a:moveTo>
                    <a:pt x="304" y="0"/>
                  </a:moveTo>
                  <a:lnTo>
                    <a:pt x="82" y="0"/>
                  </a:lnTo>
                  <a:lnTo>
                    <a:pt x="78" y="2"/>
                  </a:lnTo>
                  <a:lnTo>
                    <a:pt x="92" y="24"/>
                  </a:lnTo>
                  <a:lnTo>
                    <a:pt x="102" y="26"/>
                  </a:lnTo>
                  <a:lnTo>
                    <a:pt x="102" y="42"/>
                  </a:lnTo>
                  <a:lnTo>
                    <a:pt x="78" y="8"/>
                  </a:lnTo>
                  <a:lnTo>
                    <a:pt x="76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6" y="16"/>
                  </a:lnTo>
                  <a:lnTo>
                    <a:pt x="2" y="38"/>
                  </a:lnTo>
                  <a:lnTo>
                    <a:pt x="46" y="58"/>
                  </a:lnTo>
                  <a:lnTo>
                    <a:pt x="12" y="56"/>
                  </a:lnTo>
                  <a:lnTo>
                    <a:pt x="16" y="62"/>
                  </a:lnTo>
                  <a:lnTo>
                    <a:pt x="14" y="68"/>
                  </a:lnTo>
                  <a:lnTo>
                    <a:pt x="40" y="102"/>
                  </a:lnTo>
                  <a:lnTo>
                    <a:pt x="62" y="104"/>
                  </a:lnTo>
                  <a:lnTo>
                    <a:pt x="68" y="98"/>
                  </a:lnTo>
                  <a:lnTo>
                    <a:pt x="70" y="104"/>
                  </a:lnTo>
                  <a:lnTo>
                    <a:pt x="82" y="120"/>
                  </a:lnTo>
                  <a:lnTo>
                    <a:pt x="134" y="120"/>
                  </a:lnTo>
                  <a:lnTo>
                    <a:pt x="158" y="132"/>
                  </a:lnTo>
                  <a:lnTo>
                    <a:pt x="164" y="124"/>
                  </a:lnTo>
                  <a:lnTo>
                    <a:pt x="174" y="134"/>
                  </a:lnTo>
                  <a:lnTo>
                    <a:pt x="184" y="134"/>
                  </a:lnTo>
                  <a:lnTo>
                    <a:pt x="178" y="126"/>
                  </a:lnTo>
                  <a:lnTo>
                    <a:pt x="170" y="116"/>
                  </a:lnTo>
                  <a:lnTo>
                    <a:pt x="194" y="122"/>
                  </a:lnTo>
                  <a:lnTo>
                    <a:pt x="198" y="128"/>
                  </a:lnTo>
                  <a:lnTo>
                    <a:pt x="190" y="126"/>
                  </a:lnTo>
                  <a:lnTo>
                    <a:pt x="182" y="128"/>
                  </a:lnTo>
                  <a:lnTo>
                    <a:pt x="192" y="148"/>
                  </a:lnTo>
                  <a:lnTo>
                    <a:pt x="196" y="146"/>
                  </a:lnTo>
                  <a:lnTo>
                    <a:pt x="196" y="140"/>
                  </a:lnTo>
                  <a:lnTo>
                    <a:pt x="214" y="130"/>
                  </a:lnTo>
                  <a:lnTo>
                    <a:pt x="208" y="130"/>
                  </a:lnTo>
                  <a:lnTo>
                    <a:pt x="204" y="128"/>
                  </a:lnTo>
                  <a:lnTo>
                    <a:pt x="218" y="126"/>
                  </a:lnTo>
                  <a:lnTo>
                    <a:pt x="222" y="122"/>
                  </a:lnTo>
                  <a:lnTo>
                    <a:pt x="214" y="100"/>
                  </a:lnTo>
                  <a:lnTo>
                    <a:pt x="216" y="100"/>
                  </a:lnTo>
                  <a:lnTo>
                    <a:pt x="228" y="110"/>
                  </a:lnTo>
                  <a:lnTo>
                    <a:pt x="236" y="110"/>
                  </a:lnTo>
                  <a:lnTo>
                    <a:pt x="238" y="130"/>
                  </a:lnTo>
                  <a:lnTo>
                    <a:pt x="252" y="130"/>
                  </a:lnTo>
                  <a:lnTo>
                    <a:pt x="252" y="134"/>
                  </a:lnTo>
                  <a:lnTo>
                    <a:pt x="246" y="138"/>
                  </a:lnTo>
                  <a:lnTo>
                    <a:pt x="272" y="160"/>
                  </a:lnTo>
                  <a:lnTo>
                    <a:pt x="274" y="164"/>
                  </a:lnTo>
                  <a:lnTo>
                    <a:pt x="268" y="168"/>
                  </a:lnTo>
                  <a:lnTo>
                    <a:pt x="256" y="166"/>
                  </a:lnTo>
                  <a:lnTo>
                    <a:pt x="256" y="194"/>
                  </a:lnTo>
                  <a:lnTo>
                    <a:pt x="280" y="178"/>
                  </a:lnTo>
                  <a:lnTo>
                    <a:pt x="288" y="176"/>
                  </a:lnTo>
                  <a:lnTo>
                    <a:pt x="288" y="182"/>
                  </a:lnTo>
                  <a:lnTo>
                    <a:pt x="306" y="204"/>
                  </a:lnTo>
                  <a:lnTo>
                    <a:pt x="306" y="190"/>
                  </a:lnTo>
                  <a:lnTo>
                    <a:pt x="308" y="190"/>
                  </a:lnTo>
                  <a:lnTo>
                    <a:pt x="310" y="208"/>
                  </a:lnTo>
                  <a:lnTo>
                    <a:pt x="324" y="218"/>
                  </a:lnTo>
                  <a:lnTo>
                    <a:pt x="338" y="258"/>
                  </a:lnTo>
                  <a:lnTo>
                    <a:pt x="326" y="272"/>
                  </a:lnTo>
                  <a:lnTo>
                    <a:pt x="324" y="284"/>
                  </a:lnTo>
                  <a:lnTo>
                    <a:pt x="296" y="310"/>
                  </a:lnTo>
                  <a:lnTo>
                    <a:pt x="314" y="336"/>
                  </a:lnTo>
                  <a:lnTo>
                    <a:pt x="314" y="340"/>
                  </a:lnTo>
                  <a:lnTo>
                    <a:pt x="304" y="338"/>
                  </a:lnTo>
                  <a:lnTo>
                    <a:pt x="282" y="350"/>
                  </a:lnTo>
                  <a:lnTo>
                    <a:pt x="238" y="340"/>
                  </a:lnTo>
                  <a:lnTo>
                    <a:pt x="242" y="346"/>
                  </a:lnTo>
                  <a:lnTo>
                    <a:pt x="240" y="346"/>
                  </a:lnTo>
                  <a:lnTo>
                    <a:pt x="242" y="354"/>
                  </a:lnTo>
                  <a:lnTo>
                    <a:pt x="232" y="362"/>
                  </a:lnTo>
                  <a:lnTo>
                    <a:pt x="228" y="380"/>
                  </a:lnTo>
                  <a:lnTo>
                    <a:pt x="236" y="392"/>
                  </a:lnTo>
                  <a:lnTo>
                    <a:pt x="258" y="400"/>
                  </a:lnTo>
                  <a:lnTo>
                    <a:pt x="276" y="392"/>
                  </a:lnTo>
                  <a:lnTo>
                    <a:pt x="276" y="384"/>
                  </a:lnTo>
                  <a:lnTo>
                    <a:pt x="276" y="384"/>
                  </a:lnTo>
                  <a:lnTo>
                    <a:pt x="298" y="392"/>
                  </a:lnTo>
                  <a:lnTo>
                    <a:pt x="302" y="386"/>
                  </a:lnTo>
                  <a:lnTo>
                    <a:pt x="298" y="380"/>
                  </a:lnTo>
                  <a:lnTo>
                    <a:pt x="316" y="384"/>
                  </a:lnTo>
                  <a:lnTo>
                    <a:pt x="326" y="410"/>
                  </a:lnTo>
                  <a:lnTo>
                    <a:pt x="354" y="424"/>
                  </a:lnTo>
                  <a:lnTo>
                    <a:pt x="350" y="428"/>
                  </a:lnTo>
                  <a:lnTo>
                    <a:pt x="346" y="426"/>
                  </a:lnTo>
                  <a:lnTo>
                    <a:pt x="342" y="428"/>
                  </a:lnTo>
                  <a:lnTo>
                    <a:pt x="360" y="452"/>
                  </a:lnTo>
                  <a:lnTo>
                    <a:pt x="376" y="460"/>
                  </a:lnTo>
                  <a:lnTo>
                    <a:pt x="366" y="456"/>
                  </a:lnTo>
                  <a:lnTo>
                    <a:pt x="364" y="460"/>
                  </a:lnTo>
                  <a:lnTo>
                    <a:pt x="372" y="470"/>
                  </a:lnTo>
                  <a:lnTo>
                    <a:pt x="384" y="464"/>
                  </a:lnTo>
                  <a:lnTo>
                    <a:pt x="378" y="462"/>
                  </a:lnTo>
                  <a:lnTo>
                    <a:pt x="384" y="458"/>
                  </a:lnTo>
                  <a:lnTo>
                    <a:pt x="386" y="464"/>
                  </a:lnTo>
                  <a:lnTo>
                    <a:pt x="394" y="460"/>
                  </a:lnTo>
                  <a:lnTo>
                    <a:pt x="400" y="478"/>
                  </a:lnTo>
                  <a:lnTo>
                    <a:pt x="406" y="474"/>
                  </a:lnTo>
                  <a:lnTo>
                    <a:pt x="410" y="482"/>
                  </a:lnTo>
                  <a:lnTo>
                    <a:pt x="434" y="492"/>
                  </a:lnTo>
                  <a:lnTo>
                    <a:pt x="444" y="488"/>
                  </a:lnTo>
                  <a:lnTo>
                    <a:pt x="452" y="498"/>
                  </a:lnTo>
                  <a:lnTo>
                    <a:pt x="462" y="496"/>
                  </a:lnTo>
                  <a:lnTo>
                    <a:pt x="460" y="476"/>
                  </a:lnTo>
                  <a:lnTo>
                    <a:pt x="430" y="448"/>
                  </a:lnTo>
                  <a:lnTo>
                    <a:pt x="412" y="426"/>
                  </a:lnTo>
                  <a:lnTo>
                    <a:pt x="408" y="420"/>
                  </a:lnTo>
                  <a:lnTo>
                    <a:pt x="410" y="420"/>
                  </a:lnTo>
                  <a:lnTo>
                    <a:pt x="420" y="434"/>
                  </a:lnTo>
                  <a:lnTo>
                    <a:pt x="428" y="430"/>
                  </a:lnTo>
                  <a:lnTo>
                    <a:pt x="444" y="450"/>
                  </a:lnTo>
                  <a:lnTo>
                    <a:pt x="468" y="452"/>
                  </a:lnTo>
                  <a:lnTo>
                    <a:pt x="480" y="472"/>
                  </a:lnTo>
                  <a:lnTo>
                    <a:pt x="486" y="468"/>
                  </a:lnTo>
                  <a:lnTo>
                    <a:pt x="482" y="458"/>
                  </a:lnTo>
                  <a:lnTo>
                    <a:pt x="492" y="460"/>
                  </a:lnTo>
                  <a:lnTo>
                    <a:pt x="490" y="456"/>
                  </a:lnTo>
                  <a:lnTo>
                    <a:pt x="488" y="446"/>
                  </a:lnTo>
                  <a:lnTo>
                    <a:pt x="480" y="438"/>
                  </a:lnTo>
                  <a:lnTo>
                    <a:pt x="480" y="436"/>
                  </a:lnTo>
                  <a:lnTo>
                    <a:pt x="490" y="442"/>
                  </a:lnTo>
                  <a:lnTo>
                    <a:pt x="492" y="418"/>
                  </a:lnTo>
                  <a:lnTo>
                    <a:pt x="488" y="404"/>
                  </a:lnTo>
                  <a:lnTo>
                    <a:pt x="476" y="400"/>
                  </a:lnTo>
                  <a:lnTo>
                    <a:pt x="482" y="382"/>
                  </a:lnTo>
                  <a:lnTo>
                    <a:pt x="472" y="374"/>
                  </a:lnTo>
                  <a:lnTo>
                    <a:pt x="468" y="376"/>
                  </a:lnTo>
                  <a:lnTo>
                    <a:pt x="468" y="368"/>
                  </a:lnTo>
                  <a:lnTo>
                    <a:pt x="460" y="370"/>
                  </a:lnTo>
                  <a:lnTo>
                    <a:pt x="462" y="364"/>
                  </a:lnTo>
                  <a:lnTo>
                    <a:pt x="446" y="364"/>
                  </a:lnTo>
                  <a:lnTo>
                    <a:pt x="446" y="366"/>
                  </a:lnTo>
                  <a:lnTo>
                    <a:pt x="442" y="352"/>
                  </a:lnTo>
                  <a:lnTo>
                    <a:pt x="438" y="352"/>
                  </a:lnTo>
                  <a:lnTo>
                    <a:pt x="438" y="334"/>
                  </a:lnTo>
                  <a:lnTo>
                    <a:pt x="426" y="334"/>
                  </a:lnTo>
                  <a:lnTo>
                    <a:pt x="426" y="326"/>
                  </a:lnTo>
                  <a:lnTo>
                    <a:pt x="444" y="322"/>
                  </a:lnTo>
                  <a:lnTo>
                    <a:pt x="424" y="302"/>
                  </a:lnTo>
                  <a:lnTo>
                    <a:pt x="426" y="300"/>
                  </a:lnTo>
                  <a:lnTo>
                    <a:pt x="442" y="312"/>
                  </a:lnTo>
                  <a:lnTo>
                    <a:pt x="440" y="306"/>
                  </a:lnTo>
                  <a:lnTo>
                    <a:pt x="458" y="316"/>
                  </a:lnTo>
                  <a:lnTo>
                    <a:pt x="460" y="324"/>
                  </a:lnTo>
                  <a:lnTo>
                    <a:pt x="470" y="322"/>
                  </a:lnTo>
                  <a:lnTo>
                    <a:pt x="470" y="334"/>
                  </a:lnTo>
                  <a:lnTo>
                    <a:pt x="478" y="350"/>
                  </a:lnTo>
                  <a:lnTo>
                    <a:pt x="482" y="348"/>
                  </a:lnTo>
                  <a:lnTo>
                    <a:pt x="480" y="352"/>
                  </a:lnTo>
                  <a:lnTo>
                    <a:pt x="486" y="360"/>
                  </a:lnTo>
                  <a:lnTo>
                    <a:pt x="492" y="358"/>
                  </a:lnTo>
                  <a:lnTo>
                    <a:pt x="506" y="374"/>
                  </a:lnTo>
                  <a:lnTo>
                    <a:pt x="514" y="350"/>
                  </a:lnTo>
                  <a:lnTo>
                    <a:pt x="512" y="336"/>
                  </a:lnTo>
                  <a:lnTo>
                    <a:pt x="522" y="342"/>
                  </a:lnTo>
                  <a:lnTo>
                    <a:pt x="530" y="322"/>
                  </a:lnTo>
                  <a:lnTo>
                    <a:pt x="542" y="318"/>
                  </a:lnTo>
                  <a:lnTo>
                    <a:pt x="528" y="314"/>
                  </a:lnTo>
                  <a:lnTo>
                    <a:pt x="530" y="308"/>
                  </a:lnTo>
                  <a:lnTo>
                    <a:pt x="542" y="310"/>
                  </a:lnTo>
                  <a:lnTo>
                    <a:pt x="546" y="304"/>
                  </a:lnTo>
                  <a:lnTo>
                    <a:pt x="542" y="300"/>
                  </a:lnTo>
                  <a:lnTo>
                    <a:pt x="550" y="292"/>
                  </a:lnTo>
                  <a:lnTo>
                    <a:pt x="532" y="270"/>
                  </a:lnTo>
                  <a:lnTo>
                    <a:pt x="514" y="274"/>
                  </a:lnTo>
                  <a:lnTo>
                    <a:pt x="520" y="256"/>
                  </a:lnTo>
                  <a:lnTo>
                    <a:pt x="498" y="260"/>
                  </a:lnTo>
                  <a:lnTo>
                    <a:pt x="502" y="252"/>
                  </a:lnTo>
                  <a:lnTo>
                    <a:pt x="490" y="232"/>
                  </a:lnTo>
                  <a:lnTo>
                    <a:pt x="480" y="230"/>
                  </a:lnTo>
                  <a:lnTo>
                    <a:pt x="482" y="216"/>
                  </a:lnTo>
                  <a:lnTo>
                    <a:pt x="460" y="226"/>
                  </a:lnTo>
                  <a:lnTo>
                    <a:pt x="458" y="222"/>
                  </a:lnTo>
                  <a:lnTo>
                    <a:pt x="462" y="216"/>
                  </a:lnTo>
                  <a:lnTo>
                    <a:pt x="458" y="210"/>
                  </a:lnTo>
                  <a:lnTo>
                    <a:pt x="446" y="210"/>
                  </a:lnTo>
                  <a:lnTo>
                    <a:pt x="450" y="202"/>
                  </a:lnTo>
                  <a:lnTo>
                    <a:pt x="424" y="192"/>
                  </a:lnTo>
                  <a:lnTo>
                    <a:pt x="432" y="190"/>
                  </a:lnTo>
                  <a:lnTo>
                    <a:pt x="422" y="178"/>
                  </a:lnTo>
                  <a:lnTo>
                    <a:pt x="430" y="170"/>
                  </a:lnTo>
                  <a:lnTo>
                    <a:pt x="418" y="164"/>
                  </a:lnTo>
                  <a:lnTo>
                    <a:pt x="450" y="160"/>
                  </a:lnTo>
                  <a:lnTo>
                    <a:pt x="450" y="156"/>
                  </a:lnTo>
                  <a:lnTo>
                    <a:pt x="414" y="142"/>
                  </a:lnTo>
                  <a:lnTo>
                    <a:pt x="438" y="134"/>
                  </a:lnTo>
                  <a:lnTo>
                    <a:pt x="442" y="128"/>
                  </a:lnTo>
                  <a:lnTo>
                    <a:pt x="438" y="120"/>
                  </a:lnTo>
                  <a:lnTo>
                    <a:pt x="418" y="98"/>
                  </a:lnTo>
                  <a:lnTo>
                    <a:pt x="414" y="110"/>
                  </a:lnTo>
                  <a:lnTo>
                    <a:pt x="410" y="112"/>
                  </a:lnTo>
                  <a:lnTo>
                    <a:pt x="414" y="106"/>
                  </a:lnTo>
                  <a:lnTo>
                    <a:pt x="402" y="106"/>
                  </a:lnTo>
                  <a:lnTo>
                    <a:pt x="414" y="100"/>
                  </a:lnTo>
                  <a:lnTo>
                    <a:pt x="416" y="84"/>
                  </a:lnTo>
                  <a:lnTo>
                    <a:pt x="392" y="72"/>
                  </a:lnTo>
                  <a:lnTo>
                    <a:pt x="386" y="80"/>
                  </a:lnTo>
                  <a:lnTo>
                    <a:pt x="392" y="66"/>
                  </a:lnTo>
                  <a:lnTo>
                    <a:pt x="372" y="76"/>
                  </a:lnTo>
                  <a:lnTo>
                    <a:pt x="376" y="66"/>
                  </a:lnTo>
                  <a:lnTo>
                    <a:pt x="374" y="56"/>
                  </a:lnTo>
                  <a:lnTo>
                    <a:pt x="360" y="56"/>
                  </a:lnTo>
                  <a:lnTo>
                    <a:pt x="364" y="56"/>
                  </a:lnTo>
                  <a:lnTo>
                    <a:pt x="366" y="48"/>
                  </a:lnTo>
                  <a:lnTo>
                    <a:pt x="360" y="32"/>
                  </a:lnTo>
                  <a:lnTo>
                    <a:pt x="334" y="16"/>
                  </a:lnTo>
                  <a:lnTo>
                    <a:pt x="328" y="28"/>
                  </a:lnTo>
                  <a:lnTo>
                    <a:pt x="318" y="28"/>
                  </a:lnTo>
                  <a:lnTo>
                    <a:pt x="318" y="36"/>
                  </a:lnTo>
                  <a:lnTo>
                    <a:pt x="318" y="36"/>
                  </a:lnTo>
                  <a:lnTo>
                    <a:pt x="318" y="26"/>
                  </a:lnTo>
                  <a:lnTo>
                    <a:pt x="312" y="28"/>
                  </a:lnTo>
                  <a:lnTo>
                    <a:pt x="320" y="12"/>
                  </a:lnTo>
                  <a:lnTo>
                    <a:pt x="298" y="18"/>
                  </a:lnTo>
                  <a:lnTo>
                    <a:pt x="304" y="12"/>
                  </a:lnTo>
                  <a:lnTo>
                    <a:pt x="304" y="0"/>
                  </a:lnTo>
                  <a:close/>
                  <a:moveTo>
                    <a:pt x="100" y="50"/>
                  </a:moveTo>
                  <a:lnTo>
                    <a:pt x="94" y="52"/>
                  </a:lnTo>
                  <a:lnTo>
                    <a:pt x="102" y="48"/>
                  </a:lnTo>
                  <a:lnTo>
                    <a:pt x="100" y="50"/>
                  </a:lnTo>
                  <a:close/>
                  <a:moveTo>
                    <a:pt x="440" y="296"/>
                  </a:moveTo>
                  <a:lnTo>
                    <a:pt x="438" y="304"/>
                  </a:lnTo>
                  <a:lnTo>
                    <a:pt x="436" y="296"/>
                  </a:lnTo>
                  <a:lnTo>
                    <a:pt x="440" y="2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4" name="Google Shape;434;p62"/>
            <p:cNvSpPr/>
            <p:nvPr/>
          </p:nvSpPr>
          <p:spPr>
            <a:xfrm>
              <a:off x="260350" y="0"/>
              <a:ext cx="549275" cy="317500"/>
            </a:xfrm>
            <a:custGeom>
              <a:rect b="b" l="l" r="r" t="t"/>
              <a:pathLst>
                <a:path extrusionOk="0" h="200" w="346">
                  <a:moveTo>
                    <a:pt x="216" y="6"/>
                  </a:moveTo>
                  <a:lnTo>
                    <a:pt x="206" y="18"/>
                  </a:lnTo>
                  <a:lnTo>
                    <a:pt x="204" y="16"/>
                  </a:lnTo>
                  <a:lnTo>
                    <a:pt x="206" y="4"/>
                  </a:lnTo>
                  <a:lnTo>
                    <a:pt x="202" y="0"/>
                  </a:lnTo>
                  <a:lnTo>
                    <a:pt x="6" y="0"/>
                  </a:lnTo>
                  <a:lnTo>
                    <a:pt x="0" y="10"/>
                  </a:lnTo>
                  <a:lnTo>
                    <a:pt x="2" y="26"/>
                  </a:lnTo>
                  <a:lnTo>
                    <a:pt x="22" y="24"/>
                  </a:lnTo>
                  <a:lnTo>
                    <a:pt x="22" y="30"/>
                  </a:lnTo>
                  <a:lnTo>
                    <a:pt x="12" y="34"/>
                  </a:lnTo>
                  <a:lnTo>
                    <a:pt x="16" y="44"/>
                  </a:lnTo>
                  <a:lnTo>
                    <a:pt x="54" y="34"/>
                  </a:lnTo>
                  <a:lnTo>
                    <a:pt x="52" y="36"/>
                  </a:lnTo>
                  <a:lnTo>
                    <a:pt x="56" y="40"/>
                  </a:lnTo>
                  <a:lnTo>
                    <a:pt x="12" y="58"/>
                  </a:lnTo>
                  <a:lnTo>
                    <a:pt x="26" y="84"/>
                  </a:lnTo>
                  <a:lnTo>
                    <a:pt x="70" y="90"/>
                  </a:lnTo>
                  <a:lnTo>
                    <a:pt x="98" y="82"/>
                  </a:lnTo>
                  <a:lnTo>
                    <a:pt x="128" y="96"/>
                  </a:lnTo>
                  <a:lnTo>
                    <a:pt x="122" y="100"/>
                  </a:lnTo>
                  <a:lnTo>
                    <a:pt x="88" y="96"/>
                  </a:lnTo>
                  <a:lnTo>
                    <a:pt x="28" y="114"/>
                  </a:lnTo>
                  <a:lnTo>
                    <a:pt x="46" y="148"/>
                  </a:lnTo>
                  <a:lnTo>
                    <a:pt x="78" y="158"/>
                  </a:lnTo>
                  <a:lnTo>
                    <a:pt x="102" y="168"/>
                  </a:lnTo>
                  <a:lnTo>
                    <a:pt x="100" y="178"/>
                  </a:lnTo>
                  <a:lnTo>
                    <a:pt x="102" y="186"/>
                  </a:lnTo>
                  <a:lnTo>
                    <a:pt x="110" y="194"/>
                  </a:lnTo>
                  <a:lnTo>
                    <a:pt x="104" y="200"/>
                  </a:lnTo>
                  <a:lnTo>
                    <a:pt x="182" y="192"/>
                  </a:lnTo>
                  <a:lnTo>
                    <a:pt x="198" y="176"/>
                  </a:lnTo>
                  <a:lnTo>
                    <a:pt x="222" y="172"/>
                  </a:lnTo>
                  <a:lnTo>
                    <a:pt x="236" y="148"/>
                  </a:lnTo>
                  <a:lnTo>
                    <a:pt x="238" y="150"/>
                  </a:lnTo>
                  <a:lnTo>
                    <a:pt x="238" y="162"/>
                  </a:lnTo>
                  <a:lnTo>
                    <a:pt x="262" y="168"/>
                  </a:lnTo>
                  <a:lnTo>
                    <a:pt x="258" y="176"/>
                  </a:lnTo>
                  <a:lnTo>
                    <a:pt x="304" y="186"/>
                  </a:lnTo>
                  <a:lnTo>
                    <a:pt x="336" y="162"/>
                  </a:lnTo>
                  <a:lnTo>
                    <a:pt x="322" y="158"/>
                  </a:lnTo>
                  <a:lnTo>
                    <a:pt x="326" y="146"/>
                  </a:lnTo>
                  <a:lnTo>
                    <a:pt x="320" y="142"/>
                  </a:lnTo>
                  <a:lnTo>
                    <a:pt x="304" y="152"/>
                  </a:lnTo>
                  <a:lnTo>
                    <a:pt x="304" y="144"/>
                  </a:lnTo>
                  <a:lnTo>
                    <a:pt x="316" y="144"/>
                  </a:lnTo>
                  <a:lnTo>
                    <a:pt x="314" y="132"/>
                  </a:lnTo>
                  <a:lnTo>
                    <a:pt x="320" y="126"/>
                  </a:lnTo>
                  <a:lnTo>
                    <a:pt x="322" y="134"/>
                  </a:lnTo>
                  <a:lnTo>
                    <a:pt x="332" y="138"/>
                  </a:lnTo>
                  <a:lnTo>
                    <a:pt x="332" y="132"/>
                  </a:lnTo>
                  <a:lnTo>
                    <a:pt x="334" y="138"/>
                  </a:lnTo>
                  <a:lnTo>
                    <a:pt x="344" y="138"/>
                  </a:lnTo>
                  <a:lnTo>
                    <a:pt x="346" y="116"/>
                  </a:lnTo>
                  <a:lnTo>
                    <a:pt x="344" y="106"/>
                  </a:lnTo>
                  <a:lnTo>
                    <a:pt x="332" y="106"/>
                  </a:lnTo>
                  <a:lnTo>
                    <a:pt x="308" y="78"/>
                  </a:lnTo>
                  <a:lnTo>
                    <a:pt x="296" y="80"/>
                  </a:lnTo>
                  <a:lnTo>
                    <a:pt x="278" y="56"/>
                  </a:lnTo>
                  <a:lnTo>
                    <a:pt x="278" y="26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14" y="0"/>
                  </a:lnTo>
                  <a:lnTo>
                    <a:pt x="216" y="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5" name="Google Shape;435;p62"/>
            <p:cNvSpPr/>
            <p:nvPr/>
          </p:nvSpPr>
          <p:spPr>
            <a:xfrm>
              <a:off x="50800" y="0"/>
              <a:ext cx="171450" cy="95250"/>
            </a:xfrm>
            <a:custGeom>
              <a:rect b="b" l="l" r="r" t="t"/>
              <a:pathLst>
                <a:path extrusionOk="0" h="60" w="108">
                  <a:moveTo>
                    <a:pt x="2" y="0"/>
                  </a:moveTo>
                  <a:lnTo>
                    <a:pt x="0" y="4"/>
                  </a:lnTo>
                  <a:lnTo>
                    <a:pt x="34" y="20"/>
                  </a:lnTo>
                  <a:lnTo>
                    <a:pt x="54" y="60"/>
                  </a:lnTo>
                  <a:lnTo>
                    <a:pt x="82" y="34"/>
                  </a:lnTo>
                  <a:lnTo>
                    <a:pt x="88" y="40"/>
                  </a:lnTo>
                  <a:lnTo>
                    <a:pt x="104" y="32"/>
                  </a:lnTo>
                  <a:lnTo>
                    <a:pt x="108" y="18"/>
                  </a:lnTo>
                  <a:lnTo>
                    <a:pt x="108" y="4"/>
                  </a:lnTo>
                  <a:lnTo>
                    <a:pt x="108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6" name="Google Shape;436;p62"/>
            <p:cNvSpPr/>
            <p:nvPr/>
          </p:nvSpPr>
          <p:spPr>
            <a:xfrm>
              <a:off x="820738" y="0"/>
              <a:ext cx="117475" cy="76200"/>
            </a:xfrm>
            <a:custGeom>
              <a:rect b="b" l="l" r="r" t="t"/>
              <a:pathLst>
                <a:path extrusionOk="0" h="48" w="74">
                  <a:moveTo>
                    <a:pt x="4" y="10"/>
                  </a:moveTo>
                  <a:lnTo>
                    <a:pt x="14" y="22"/>
                  </a:lnTo>
                  <a:lnTo>
                    <a:pt x="22" y="46"/>
                  </a:lnTo>
                  <a:lnTo>
                    <a:pt x="36" y="48"/>
                  </a:lnTo>
                  <a:lnTo>
                    <a:pt x="48" y="38"/>
                  </a:lnTo>
                  <a:lnTo>
                    <a:pt x="46" y="28"/>
                  </a:lnTo>
                  <a:lnTo>
                    <a:pt x="56" y="30"/>
                  </a:lnTo>
                  <a:lnTo>
                    <a:pt x="74" y="14"/>
                  </a:lnTo>
                  <a:lnTo>
                    <a:pt x="72" y="0"/>
                  </a:lnTo>
                  <a:lnTo>
                    <a:pt x="0" y="0"/>
                  </a:lnTo>
                  <a:lnTo>
                    <a:pt x="4" y="1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7" name="Google Shape;437;p62"/>
            <p:cNvSpPr/>
            <p:nvPr/>
          </p:nvSpPr>
          <p:spPr>
            <a:xfrm>
              <a:off x="-3175" y="0"/>
              <a:ext cx="2781300" cy="4953000"/>
            </a:xfrm>
            <a:custGeom>
              <a:rect b="b" l="l" r="r" t="t"/>
              <a:pathLst>
                <a:path extrusionOk="0" h="3120" w="1752">
                  <a:moveTo>
                    <a:pt x="0" y="840"/>
                  </a:moveTo>
                  <a:lnTo>
                    <a:pt x="0" y="852"/>
                  </a:lnTo>
                  <a:lnTo>
                    <a:pt x="6" y="848"/>
                  </a:lnTo>
                  <a:lnTo>
                    <a:pt x="6" y="852"/>
                  </a:lnTo>
                  <a:lnTo>
                    <a:pt x="0" y="854"/>
                  </a:lnTo>
                  <a:lnTo>
                    <a:pt x="0" y="856"/>
                  </a:lnTo>
                  <a:lnTo>
                    <a:pt x="2" y="858"/>
                  </a:lnTo>
                  <a:lnTo>
                    <a:pt x="0" y="858"/>
                  </a:lnTo>
                  <a:lnTo>
                    <a:pt x="4" y="866"/>
                  </a:lnTo>
                  <a:lnTo>
                    <a:pt x="14" y="872"/>
                  </a:lnTo>
                  <a:lnTo>
                    <a:pt x="26" y="870"/>
                  </a:lnTo>
                  <a:lnTo>
                    <a:pt x="26" y="872"/>
                  </a:lnTo>
                  <a:lnTo>
                    <a:pt x="34" y="876"/>
                  </a:lnTo>
                  <a:lnTo>
                    <a:pt x="32" y="880"/>
                  </a:lnTo>
                  <a:lnTo>
                    <a:pt x="0" y="868"/>
                  </a:lnTo>
                  <a:lnTo>
                    <a:pt x="0" y="880"/>
                  </a:lnTo>
                  <a:lnTo>
                    <a:pt x="4" y="880"/>
                  </a:lnTo>
                  <a:lnTo>
                    <a:pt x="4" y="882"/>
                  </a:lnTo>
                  <a:lnTo>
                    <a:pt x="0" y="882"/>
                  </a:lnTo>
                  <a:lnTo>
                    <a:pt x="0" y="896"/>
                  </a:lnTo>
                  <a:lnTo>
                    <a:pt x="12" y="898"/>
                  </a:lnTo>
                  <a:lnTo>
                    <a:pt x="16" y="904"/>
                  </a:lnTo>
                  <a:lnTo>
                    <a:pt x="26" y="906"/>
                  </a:lnTo>
                  <a:lnTo>
                    <a:pt x="24" y="908"/>
                  </a:lnTo>
                  <a:lnTo>
                    <a:pt x="26" y="916"/>
                  </a:lnTo>
                  <a:lnTo>
                    <a:pt x="40" y="920"/>
                  </a:lnTo>
                  <a:lnTo>
                    <a:pt x="40" y="922"/>
                  </a:lnTo>
                  <a:lnTo>
                    <a:pt x="34" y="922"/>
                  </a:lnTo>
                  <a:lnTo>
                    <a:pt x="44" y="930"/>
                  </a:lnTo>
                  <a:lnTo>
                    <a:pt x="52" y="930"/>
                  </a:lnTo>
                  <a:lnTo>
                    <a:pt x="50" y="932"/>
                  </a:lnTo>
                  <a:lnTo>
                    <a:pt x="56" y="936"/>
                  </a:lnTo>
                  <a:lnTo>
                    <a:pt x="56" y="938"/>
                  </a:lnTo>
                  <a:lnTo>
                    <a:pt x="62" y="942"/>
                  </a:lnTo>
                  <a:lnTo>
                    <a:pt x="60" y="948"/>
                  </a:lnTo>
                  <a:lnTo>
                    <a:pt x="72" y="984"/>
                  </a:lnTo>
                  <a:lnTo>
                    <a:pt x="72" y="984"/>
                  </a:lnTo>
                  <a:lnTo>
                    <a:pt x="72" y="986"/>
                  </a:lnTo>
                  <a:lnTo>
                    <a:pt x="70" y="984"/>
                  </a:lnTo>
                  <a:lnTo>
                    <a:pt x="72" y="1000"/>
                  </a:lnTo>
                  <a:lnTo>
                    <a:pt x="82" y="1004"/>
                  </a:lnTo>
                  <a:lnTo>
                    <a:pt x="74" y="1006"/>
                  </a:lnTo>
                  <a:lnTo>
                    <a:pt x="70" y="1076"/>
                  </a:lnTo>
                  <a:lnTo>
                    <a:pt x="64" y="1090"/>
                  </a:lnTo>
                  <a:lnTo>
                    <a:pt x="70" y="1118"/>
                  </a:lnTo>
                  <a:lnTo>
                    <a:pt x="72" y="1128"/>
                  </a:lnTo>
                  <a:lnTo>
                    <a:pt x="66" y="1156"/>
                  </a:lnTo>
                  <a:lnTo>
                    <a:pt x="78" y="1172"/>
                  </a:lnTo>
                  <a:lnTo>
                    <a:pt x="80" y="1192"/>
                  </a:lnTo>
                  <a:lnTo>
                    <a:pt x="94" y="1212"/>
                  </a:lnTo>
                  <a:lnTo>
                    <a:pt x="102" y="1218"/>
                  </a:lnTo>
                  <a:lnTo>
                    <a:pt x="100" y="1218"/>
                  </a:lnTo>
                  <a:lnTo>
                    <a:pt x="106" y="1234"/>
                  </a:lnTo>
                  <a:lnTo>
                    <a:pt x="114" y="1240"/>
                  </a:lnTo>
                  <a:lnTo>
                    <a:pt x="114" y="1252"/>
                  </a:lnTo>
                  <a:lnTo>
                    <a:pt x="138" y="1280"/>
                  </a:lnTo>
                  <a:lnTo>
                    <a:pt x="138" y="1292"/>
                  </a:lnTo>
                  <a:lnTo>
                    <a:pt x="176" y="1306"/>
                  </a:lnTo>
                  <a:lnTo>
                    <a:pt x="180" y="1312"/>
                  </a:lnTo>
                  <a:lnTo>
                    <a:pt x="188" y="1314"/>
                  </a:lnTo>
                  <a:lnTo>
                    <a:pt x="198" y="1324"/>
                  </a:lnTo>
                  <a:lnTo>
                    <a:pt x="200" y="1336"/>
                  </a:lnTo>
                  <a:lnTo>
                    <a:pt x="200" y="1336"/>
                  </a:lnTo>
                  <a:lnTo>
                    <a:pt x="202" y="1338"/>
                  </a:lnTo>
                  <a:lnTo>
                    <a:pt x="202" y="1340"/>
                  </a:lnTo>
                  <a:lnTo>
                    <a:pt x="202" y="1340"/>
                  </a:lnTo>
                  <a:lnTo>
                    <a:pt x="212" y="1354"/>
                  </a:lnTo>
                  <a:lnTo>
                    <a:pt x="226" y="1388"/>
                  </a:lnTo>
                  <a:lnTo>
                    <a:pt x="228" y="1388"/>
                  </a:lnTo>
                  <a:lnTo>
                    <a:pt x="230" y="1400"/>
                  </a:lnTo>
                  <a:lnTo>
                    <a:pt x="244" y="1406"/>
                  </a:lnTo>
                  <a:lnTo>
                    <a:pt x="260" y="1428"/>
                  </a:lnTo>
                  <a:lnTo>
                    <a:pt x="258" y="1438"/>
                  </a:lnTo>
                  <a:lnTo>
                    <a:pt x="244" y="1436"/>
                  </a:lnTo>
                  <a:lnTo>
                    <a:pt x="244" y="1430"/>
                  </a:lnTo>
                  <a:lnTo>
                    <a:pt x="240" y="1428"/>
                  </a:lnTo>
                  <a:lnTo>
                    <a:pt x="238" y="1434"/>
                  </a:lnTo>
                  <a:lnTo>
                    <a:pt x="244" y="1440"/>
                  </a:lnTo>
                  <a:lnTo>
                    <a:pt x="244" y="1444"/>
                  </a:lnTo>
                  <a:lnTo>
                    <a:pt x="272" y="1464"/>
                  </a:lnTo>
                  <a:lnTo>
                    <a:pt x="278" y="1466"/>
                  </a:lnTo>
                  <a:lnTo>
                    <a:pt x="280" y="1464"/>
                  </a:lnTo>
                  <a:lnTo>
                    <a:pt x="280" y="1468"/>
                  </a:lnTo>
                  <a:lnTo>
                    <a:pt x="294" y="1476"/>
                  </a:lnTo>
                  <a:lnTo>
                    <a:pt x="296" y="1484"/>
                  </a:lnTo>
                  <a:lnTo>
                    <a:pt x="294" y="1508"/>
                  </a:lnTo>
                  <a:lnTo>
                    <a:pt x="304" y="1508"/>
                  </a:lnTo>
                  <a:lnTo>
                    <a:pt x="328" y="1528"/>
                  </a:lnTo>
                  <a:lnTo>
                    <a:pt x="340" y="1546"/>
                  </a:lnTo>
                  <a:lnTo>
                    <a:pt x="352" y="1538"/>
                  </a:lnTo>
                  <a:lnTo>
                    <a:pt x="352" y="1528"/>
                  </a:lnTo>
                  <a:lnTo>
                    <a:pt x="336" y="1510"/>
                  </a:lnTo>
                  <a:lnTo>
                    <a:pt x="332" y="1514"/>
                  </a:lnTo>
                  <a:lnTo>
                    <a:pt x="330" y="1512"/>
                  </a:lnTo>
                  <a:lnTo>
                    <a:pt x="312" y="1462"/>
                  </a:lnTo>
                  <a:lnTo>
                    <a:pt x="304" y="1458"/>
                  </a:lnTo>
                  <a:lnTo>
                    <a:pt x="280" y="1416"/>
                  </a:lnTo>
                  <a:lnTo>
                    <a:pt x="276" y="1416"/>
                  </a:lnTo>
                  <a:lnTo>
                    <a:pt x="272" y="1408"/>
                  </a:lnTo>
                  <a:lnTo>
                    <a:pt x="260" y="1398"/>
                  </a:lnTo>
                  <a:lnTo>
                    <a:pt x="256" y="1390"/>
                  </a:lnTo>
                  <a:lnTo>
                    <a:pt x="250" y="1356"/>
                  </a:lnTo>
                  <a:lnTo>
                    <a:pt x="260" y="1362"/>
                  </a:lnTo>
                  <a:lnTo>
                    <a:pt x="266" y="1362"/>
                  </a:lnTo>
                  <a:lnTo>
                    <a:pt x="278" y="1370"/>
                  </a:lnTo>
                  <a:lnTo>
                    <a:pt x="286" y="1396"/>
                  </a:lnTo>
                  <a:lnTo>
                    <a:pt x="294" y="1410"/>
                  </a:lnTo>
                  <a:lnTo>
                    <a:pt x="290" y="1414"/>
                  </a:lnTo>
                  <a:lnTo>
                    <a:pt x="290" y="1420"/>
                  </a:lnTo>
                  <a:lnTo>
                    <a:pt x="300" y="1422"/>
                  </a:lnTo>
                  <a:lnTo>
                    <a:pt x="300" y="1418"/>
                  </a:lnTo>
                  <a:lnTo>
                    <a:pt x="304" y="1424"/>
                  </a:lnTo>
                  <a:lnTo>
                    <a:pt x="318" y="1440"/>
                  </a:lnTo>
                  <a:lnTo>
                    <a:pt x="326" y="1440"/>
                  </a:lnTo>
                  <a:lnTo>
                    <a:pt x="328" y="1452"/>
                  </a:lnTo>
                  <a:lnTo>
                    <a:pt x="352" y="1470"/>
                  </a:lnTo>
                  <a:lnTo>
                    <a:pt x="348" y="1480"/>
                  </a:lnTo>
                  <a:lnTo>
                    <a:pt x="352" y="1490"/>
                  </a:lnTo>
                  <a:lnTo>
                    <a:pt x="356" y="1488"/>
                  </a:lnTo>
                  <a:lnTo>
                    <a:pt x="356" y="1492"/>
                  </a:lnTo>
                  <a:lnTo>
                    <a:pt x="370" y="1496"/>
                  </a:lnTo>
                  <a:lnTo>
                    <a:pt x="376" y="1500"/>
                  </a:lnTo>
                  <a:lnTo>
                    <a:pt x="378" y="1510"/>
                  </a:lnTo>
                  <a:lnTo>
                    <a:pt x="396" y="1524"/>
                  </a:lnTo>
                  <a:lnTo>
                    <a:pt x="406" y="1540"/>
                  </a:lnTo>
                  <a:lnTo>
                    <a:pt x="420" y="1550"/>
                  </a:lnTo>
                  <a:lnTo>
                    <a:pt x="428" y="1574"/>
                  </a:lnTo>
                  <a:lnTo>
                    <a:pt x="424" y="1584"/>
                  </a:lnTo>
                  <a:lnTo>
                    <a:pt x="426" y="1588"/>
                  </a:lnTo>
                  <a:lnTo>
                    <a:pt x="420" y="1590"/>
                  </a:lnTo>
                  <a:lnTo>
                    <a:pt x="424" y="1606"/>
                  </a:lnTo>
                  <a:lnTo>
                    <a:pt x="436" y="1616"/>
                  </a:lnTo>
                  <a:lnTo>
                    <a:pt x="452" y="1626"/>
                  </a:lnTo>
                  <a:lnTo>
                    <a:pt x="464" y="1636"/>
                  </a:lnTo>
                  <a:lnTo>
                    <a:pt x="490" y="1642"/>
                  </a:lnTo>
                  <a:lnTo>
                    <a:pt x="508" y="1658"/>
                  </a:lnTo>
                  <a:lnTo>
                    <a:pt x="549" y="1670"/>
                  </a:lnTo>
                  <a:lnTo>
                    <a:pt x="567" y="1680"/>
                  </a:lnTo>
                  <a:lnTo>
                    <a:pt x="597" y="1688"/>
                  </a:lnTo>
                  <a:lnTo>
                    <a:pt x="619" y="1678"/>
                  </a:lnTo>
                  <a:lnTo>
                    <a:pt x="625" y="1676"/>
                  </a:lnTo>
                  <a:lnTo>
                    <a:pt x="645" y="1684"/>
                  </a:lnTo>
                  <a:lnTo>
                    <a:pt x="667" y="1706"/>
                  </a:lnTo>
                  <a:lnTo>
                    <a:pt x="667" y="1706"/>
                  </a:lnTo>
                  <a:lnTo>
                    <a:pt x="669" y="1706"/>
                  </a:lnTo>
                  <a:lnTo>
                    <a:pt x="671" y="1710"/>
                  </a:lnTo>
                  <a:lnTo>
                    <a:pt x="671" y="1708"/>
                  </a:lnTo>
                  <a:lnTo>
                    <a:pt x="687" y="1720"/>
                  </a:lnTo>
                  <a:lnTo>
                    <a:pt x="711" y="1724"/>
                  </a:lnTo>
                  <a:lnTo>
                    <a:pt x="737" y="1734"/>
                  </a:lnTo>
                  <a:lnTo>
                    <a:pt x="747" y="1734"/>
                  </a:lnTo>
                  <a:lnTo>
                    <a:pt x="755" y="1732"/>
                  </a:lnTo>
                  <a:lnTo>
                    <a:pt x="757" y="1732"/>
                  </a:lnTo>
                  <a:lnTo>
                    <a:pt x="759" y="1734"/>
                  </a:lnTo>
                  <a:lnTo>
                    <a:pt x="757" y="1734"/>
                  </a:lnTo>
                  <a:lnTo>
                    <a:pt x="757" y="1740"/>
                  </a:lnTo>
                  <a:lnTo>
                    <a:pt x="789" y="1774"/>
                  </a:lnTo>
                  <a:lnTo>
                    <a:pt x="787" y="1786"/>
                  </a:lnTo>
                  <a:lnTo>
                    <a:pt x="793" y="1796"/>
                  </a:lnTo>
                  <a:lnTo>
                    <a:pt x="807" y="1804"/>
                  </a:lnTo>
                  <a:lnTo>
                    <a:pt x="809" y="1798"/>
                  </a:lnTo>
                  <a:lnTo>
                    <a:pt x="815" y="1806"/>
                  </a:lnTo>
                  <a:lnTo>
                    <a:pt x="829" y="1812"/>
                  </a:lnTo>
                  <a:lnTo>
                    <a:pt x="829" y="1822"/>
                  </a:lnTo>
                  <a:lnTo>
                    <a:pt x="841" y="1826"/>
                  </a:lnTo>
                  <a:lnTo>
                    <a:pt x="841" y="1824"/>
                  </a:lnTo>
                  <a:lnTo>
                    <a:pt x="841" y="1826"/>
                  </a:lnTo>
                  <a:lnTo>
                    <a:pt x="845" y="1834"/>
                  </a:lnTo>
                  <a:lnTo>
                    <a:pt x="849" y="1828"/>
                  </a:lnTo>
                  <a:lnTo>
                    <a:pt x="867" y="1830"/>
                  </a:lnTo>
                  <a:lnTo>
                    <a:pt x="867" y="1832"/>
                  </a:lnTo>
                  <a:lnTo>
                    <a:pt x="861" y="1844"/>
                  </a:lnTo>
                  <a:lnTo>
                    <a:pt x="871" y="1848"/>
                  </a:lnTo>
                  <a:lnTo>
                    <a:pt x="869" y="1834"/>
                  </a:lnTo>
                  <a:lnTo>
                    <a:pt x="875" y="1842"/>
                  </a:lnTo>
                  <a:lnTo>
                    <a:pt x="881" y="1840"/>
                  </a:lnTo>
                  <a:lnTo>
                    <a:pt x="881" y="1850"/>
                  </a:lnTo>
                  <a:lnTo>
                    <a:pt x="891" y="1850"/>
                  </a:lnTo>
                  <a:lnTo>
                    <a:pt x="901" y="1842"/>
                  </a:lnTo>
                  <a:lnTo>
                    <a:pt x="895" y="1832"/>
                  </a:lnTo>
                  <a:lnTo>
                    <a:pt x="895" y="1830"/>
                  </a:lnTo>
                  <a:lnTo>
                    <a:pt x="915" y="1816"/>
                  </a:lnTo>
                  <a:lnTo>
                    <a:pt x="931" y="1826"/>
                  </a:lnTo>
                  <a:lnTo>
                    <a:pt x="933" y="1826"/>
                  </a:lnTo>
                  <a:lnTo>
                    <a:pt x="929" y="1832"/>
                  </a:lnTo>
                  <a:lnTo>
                    <a:pt x="939" y="1846"/>
                  </a:lnTo>
                  <a:lnTo>
                    <a:pt x="947" y="1860"/>
                  </a:lnTo>
                  <a:lnTo>
                    <a:pt x="947" y="1912"/>
                  </a:lnTo>
                  <a:lnTo>
                    <a:pt x="953" y="1912"/>
                  </a:lnTo>
                  <a:lnTo>
                    <a:pt x="945" y="1922"/>
                  </a:lnTo>
                  <a:lnTo>
                    <a:pt x="943" y="1928"/>
                  </a:lnTo>
                  <a:lnTo>
                    <a:pt x="925" y="1932"/>
                  </a:lnTo>
                  <a:lnTo>
                    <a:pt x="925" y="1946"/>
                  </a:lnTo>
                  <a:lnTo>
                    <a:pt x="917" y="1950"/>
                  </a:lnTo>
                  <a:lnTo>
                    <a:pt x="919" y="1956"/>
                  </a:lnTo>
                  <a:lnTo>
                    <a:pt x="897" y="1966"/>
                  </a:lnTo>
                  <a:lnTo>
                    <a:pt x="897" y="1978"/>
                  </a:lnTo>
                  <a:lnTo>
                    <a:pt x="891" y="1994"/>
                  </a:lnTo>
                  <a:lnTo>
                    <a:pt x="883" y="2000"/>
                  </a:lnTo>
                  <a:lnTo>
                    <a:pt x="883" y="2026"/>
                  </a:lnTo>
                  <a:lnTo>
                    <a:pt x="895" y="2036"/>
                  </a:lnTo>
                  <a:lnTo>
                    <a:pt x="901" y="2028"/>
                  </a:lnTo>
                  <a:lnTo>
                    <a:pt x="903" y="2030"/>
                  </a:lnTo>
                  <a:lnTo>
                    <a:pt x="901" y="2038"/>
                  </a:lnTo>
                  <a:lnTo>
                    <a:pt x="895" y="2044"/>
                  </a:lnTo>
                  <a:lnTo>
                    <a:pt x="895" y="2042"/>
                  </a:lnTo>
                  <a:lnTo>
                    <a:pt x="891" y="2046"/>
                  </a:lnTo>
                  <a:lnTo>
                    <a:pt x="891" y="2046"/>
                  </a:lnTo>
                  <a:lnTo>
                    <a:pt x="891" y="2046"/>
                  </a:lnTo>
                  <a:lnTo>
                    <a:pt x="875" y="2062"/>
                  </a:lnTo>
                  <a:lnTo>
                    <a:pt x="877" y="2082"/>
                  </a:lnTo>
                  <a:lnTo>
                    <a:pt x="881" y="2086"/>
                  </a:lnTo>
                  <a:lnTo>
                    <a:pt x="877" y="2092"/>
                  </a:lnTo>
                  <a:lnTo>
                    <a:pt x="899" y="2110"/>
                  </a:lnTo>
                  <a:lnTo>
                    <a:pt x="909" y="2130"/>
                  </a:lnTo>
                  <a:lnTo>
                    <a:pt x="919" y="2138"/>
                  </a:lnTo>
                  <a:lnTo>
                    <a:pt x="943" y="2198"/>
                  </a:lnTo>
                  <a:lnTo>
                    <a:pt x="967" y="2234"/>
                  </a:lnTo>
                  <a:lnTo>
                    <a:pt x="967" y="2252"/>
                  </a:lnTo>
                  <a:lnTo>
                    <a:pt x="991" y="2274"/>
                  </a:lnTo>
                  <a:lnTo>
                    <a:pt x="1017" y="2292"/>
                  </a:lnTo>
                  <a:lnTo>
                    <a:pt x="1043" y="2302"/>
                  </a:lnTo>
                  <a:lnTo>
                    <a:pt x="1077" y="2328"/>
                  </a:lnTo>
                  <a:lnTo>
                    <a:pt x="1081" y="2364"/>
                  </a:lnTo>
                  <a:lnTo>
                    <a:pt x="1083" y="2394"/>
                  </a:lnTo>
                  <a:lnTo>
                    <a:pt x="1081" y="2420"/>
                  </a:lnTo>
                  <a:lnTo>
                    <a:pt x="1075" y="2428"/>
                  </a:lnTo>
                  <a:lnTo>
                    <a:pt x="1077" y="2468"/>
                  </a:lnTo>
                  <a:lnTo>
                    <a:pt x="1073" y="2482"/>
                  </a:lnTo>
                  <a:lnTo>
                    <a:pt x="1073" y="2502"/>
                  </a:lnTo>
                  <a:lnTo>
                    <a:pt x="1057" y="2546"/>
                  </a:lnTo>
                  <a:lnTo>
                    <a:pt x="1061" y="2568"/>
                  </a:lnTo>
                  <a:lnTo>
                    <a:pt x="1055" y="2576"/>
                  </a:lnTo>
                  <a:lnTo>
                    <a:pt x="1053" y="2584"/>
                  </a:lnTo>
                  <a:lnTo>
                    <a:pt x="1057" y="2624"/>
                  </a:lnTo>
                  <a:lnTo>
                    <a:pt x="1055" y="2652"/>
                  </a:lnTo>
                  <a:lnTo>
                    <a:pt x="1031" y="2718"/>
                  </a:lnTo>
                  <a:lnTo>
                    <a:pt x="1027" y="2718"/>
                  </a:lnTo>
                  <a:lnTo>
                    <a:pt x="1027" y="2730"/>
                  </a:lnTo>
                  <a:lnTo>
                    <a:pt x="1019" y="2734"/>
                  </a:lnTo>
                  <a:lnTo>
                    <a:pt x="1019" y="2766"/>
                  </a:lnTo>
                  <a:lnTo>
                    <a:pt x="1023" y="2786"/>
                  </a:lnTo>
                  <a:lnTo>
                    <a:pt x="1017" y="2796"/>
                  </a:lnTo>
                  <a:lnTo>
                    <a:pt x="1013" y="2834"/>
                  </a:lnTo>
                  <a:lnTo>
                    <a:pt x="1019" y="2840"/>
                  </a:lnTo>
                  <a:lnTo>
                    <a:pt x="1017" y="2838"/>
                  </a:lnTo>
                  <a:lnTo>
                    <a:pt x="1015" y="2840"/>
                  </a:lnTo>
                  <a:lnTo>
                    <a:pt x="1009" y="2848"/>
                  </a:lnTo>
                  <a:lnTo>
                    <a:pt x="1005" y="2880"/>
                  </a:lnTo>
                  <a:lnTo>
                    <a:pt x="1005" y="2886"/>
                  </a:lnTo>
                  <a:lnTo>
                    <a:pt x="1019" y="2888"/>
                  </a:lnTo>
                  <a:lnTo>
                    <a:pt x="1021" y="2882"/>
                  </a:lnTo>
                  <a:lnTo>
                    <a:pt x="1025" y="2882"/>
                  </a:lnTo>
                  <a:lnTo>
                    <a:pt x="1023" y="2872"/>
                  </a:lnTo>
                  <a:lnTo>
                    <a:pt x="1027" y="2872"/>
                  </a:lnTo>
                  <a:lnTo>
                    <a:pt x="1023" y="2866"/>
                  </a:lnTo>
                  <a:lnTo>
                    <a:pt x="1027" y="2860"/>
                  </a:lnTo>
                  <a:lnTo>
                    <a:pt x="1025" y="2846"/>
                  </a:lnTo>
                  <a:lnTo>
                    <a:pt x="1025" y="2848"/>
                  </a:lnTo>
                  <a:lnTo>
                    <a:pt x="1035" y="2840"/>
                  </a:lnTo>
                  <a:lnTo>
                    <a:pt x="1041" y="2842"/>
                  </a:lnTo>
                  <a:lnTo>
                    <a:pt x="1031" y="2850"/>
                  </a:lnTo>
                  <a:lnTo>
                    <a:pt x="1041" y="2852"/>
                  </a:lnTo>
                  <a:lnTo>
                    <a:pt x="1041" y="2854"/>
                  </a:lnTo>
                  <a:lnTo>
                    <a:pt x="1035" y="2858"/>
                  </a:lnTo>
                  <a:lnTo>
                    <a:pt x="1039" y="2864"/>
                  </a:lnTo>
                  <a:lnTo>
                    <a:pt x="1033" y="2866"/>
                  </a:lnTo>
                  <a:lnTo>
                    <a:pt x="1035" y="2874"/>
                  </a:lnTo>
                  <a:lnTo>
                    <a:pt x="1029" y="2886"/>
                  </a:lnTo>
                  <a:lnTo>
                    <a:pt x="1033" y="2894"/>
                  </a:lnTo>
                  <a:lnTo>
                    <a:pt x="1025" y="2906"/>
                  </a:lnTo>
                  <a:lnTo>
                    <a:pt x="1029" y="2908"/>
                  </a:lnTo>
                  <a:lnTo>
                    <a:pt x="1019" y="2914"/>
                  </a:lnTo>
                  <a:lnTo>
                    <a:pt x="1025" y="2926"/>
                  </a:lnTo>
                  <a:lnTo>
                    <a:pt x="1023" y="2926"/>
                  </a:lnTo>
                  <a:lnTo>
                    <a:pt x="1023" y="2936"/>
                  </a:lnTo>
                  <a:lnTo>
                    <a:pt x="1025" y="2936"/>
                  </a:lnTo>
                  <a:lnTo>
                    <a:pt x="1023" y="2938"/>
                  </a:lnTo>
                  <a:lnTo>
                    <a:pt x="1019" y="2924"/>
                  </a:lnTo>
                  <a:lnTo>
                    <a:pt x="1005" y="2928"/>
                  </a:lnTo>
                  <a:lnTo>
                    <a:pt x="1023" y="2938"/>
                  </a:lnTo>
                  <a:lnTo>
                    <a:pt x="1017" y="2948"/>
                  </a:lnTo>
                  <a:lnTo>
                    <a:pt x="1021" y="2948"/>
                  </a:lnTo>
                  <a:lnTo>
                    <a:pt x="1023" y="2948"/>
                  </a:lnTo>
                  <a:lnTo>
                    <a:pt x="1019" y="2948"/>
                  </a:lnTo>
                  <a:lnTo>
                    <a:pt x="1019" y="2952"/>
                  </a:lnTo>
                  <a:lnTo>
                    <a:pt x="1015" y="2960"/>
                  </a:lnTo>
                  <a:lnTo>
                    <a:pt x="1015" y="2958"/>
                  </a:lnTo>
                  <a:lnTo>
                    <a:pt x="1011" y="2948"/>
                  </a:lnTo>
                  <a:lnTo>
                    <a:pt x="991" y="2948"/>
                  </a:lnTo>
                  <a:lnTo>
                    <a:pt x="997" y="2958"/>
                  </a:lnTo>
                  <a:lnTo>
                    <a:pt x="983" y="2968"/>
                  </a:lnTo>
                  <a:lnTo>
                    <a:pt x="981" y="2976"/>
                  </a:lnTo>
                  <a:lnTo>
                    <a:pt x="993" y="2986"/>
                  </a:lnTo>
                  <a:lnTo>
                    <a:pt x="991" y="2974"/>
                  </a:lnTo>
                  <a:lnTo>
                    <a:pt x="993" y="2972"/>
                  </a:lnTo>
                  <a:lnTo>
                    <a:pt x="1001" y="2978"/>
                  </a:lnTo>
                  <a:lnTo>
                    <a:pt x="1009" y="2978"/>
                  </a:lnTo>
                  <a:lnTo>
                    <a:pt x="1011" y="2980"/>
                  </a:lnTo>
                  <a:lnTo>
                    <a:pt x="1009" y="2984"/>
                  </a:lnTo>
                  <a:lnTo>
                    <a:pt x="1011" y="2986"/>
                  </a:lnTo>
                  <a:lnTo>
                    <a:pt x="1001" y="2992"/>
                  </a:lnTo>
                  <a:lnTo>
                    <a:pt x="1011" y="2998"/>
                  </a:lnTo>
                  <a:lnTo>
                    <a:pt x="1009" y="3006"/>
                  </a:lnTo>
                  <a:lnTo>
                    <a:pt x="1017" y="3004"/>
                  </a:lnTo>
                  <a:lnTo>
                    <a:pt x="1021" y="3010"/>
                  </a:lnTo>
                  <a:lnTo>
                    <a:pt x="1009" y="3006"/>
                  </a:lnTo>
                  <a:lnTo>
                    <a:pt x="1009" y="3010"/>
                  </a:lnTo>
                  <a:lnTo>
                    <a:pt x="1007" y="3006"/>
                  </a:lnTo>
                  <a:lnTo>
                    <a:pt x="1003" y="3008"/>
                  </a:lnTo>
                  <a:lnTo>
                    <a:pt x="1005" y="3022"/>
                  </a:lnTo>
                  <a:lnTo>
                    <a:pt x="1007" y="3022"/>
                  </a:lnTo>
                  <a:lnTo>
                    <a:pt x="1007" y="3056"/>
                  </a:lnTo>
                  <a:lnTo>
                    <a:pt x="1013" y="3048"/>
                  </a:lnTo>
                  <a:lnTo>
                    <a:pt x="1013" y="3050"/>
                  </a:lnTo>
                  <a:lnTo>
                    <a:pt x="1015" y="3054"/>
                  </a:lnTo>
                  <a:lnTo>
                    <a:pt x="1009" y="3056"/>
                  </a:lnTo>
                  <a:lnTo>
                    <a:pt x="1003" y="3064"/>
                  </a:lnTo>
                  <a:lnTo>
                    <a:pt x="1005" y="3034"/>
                  </a:lnTo>
                  <a:lnTo>
                    <a:pt x="999" y="3026"/>
                  </a:lnTo>
                  <a:lnTo>
                    <a:pt x="995" y="3036"/>
                  </a:lnTo>
                  <a:lnTo>
                    <a:pt x="991" y="3040"/>
                  </a:lnTo>
                  <a:lnTo>
                    <a:pt x="995" y="3046"/>
                  </a:lnTo>
                  <a:lnTo>
                    <a:pt x="991" y="3044"/>
                  </a:lnTo>
                  <a:lnTo>
                    <a:pt x="999" y="3050"/>
                  </a:lnTo>
                  <a:lnTo>
                    <a:pt x="999" y="3064"/>
                  </a:lnTo>
                  <a:lnTo>
                    <a:pt x="1003" y="3066"/>
                  </a:lnTo>
                  <a:lnTo>
                    <a:pt x="999" y="3070"/>
                  </a:lnTo>
                  <a:lnTo>
                    <a:pt x="1013" y="3080"/>
                  </a:lnTo>
                  <a:lnTo>
                    <a:pt x="1009" y="3082"/>
                  </a:lnTo>
                  <a:lnTo>
                    <a:pt x="1009" y="3084"/>
                  </a:lnTo>
                  <a:lnTo>
                    <a:pt x="1001" y="3078"/>
                  </a:lnTo>
                  <a:lnTo>
                    <a:pt x="1007" y="3086"/>
                  </a:lnTo>
                  <a:lnTo>
                    <a:pt x="1011" y="3088"/>
                  </a:lnTo>
                  <a:lnTo>
                    <a:pt x="1011" y="3090"/>
                  </a:lnTo>
                  <a:lnTo>
                    <a:pt x="1011" y="3090"/>
                  </a:lnTo>
                  <a:lnTo>
                    <a:pt x="1011" y="3090"/>
                  </a:lnTo>
                  <a:lnTo>
                    <a:pt x="1011" y="3100"/>
                  </a:lnTo>
                  <a:lnTo>
                    <a:pt x="1019" y="3108"/>
                  </a:lnTo>
                  <a:lnTo>
                    <a:pt x="1019" y="3110"/>
                  </a:lnTo>
                  <a:lnTo>
                    <a:pt x="1017" y="3106"/>
                  </a:lnTo>
                  <a:lnTo>
                    <a:pt x="1021" y="3116"/>
                  </a:lnTo>
                  <a:lnTo>
                    <a:pt x="1021" y="3120"/>
                  </a:lnTo>
                  <a:lnTo>
                    <a:pt x="1115" y="3120"/>
                  </a:lnTo>
                  <a:lnTo>
                    <a:pt x="1109" y="3114"/>
                  </a:lnTo>
                  <a:lnTo>
                    <a:pt x="1109" y="3114"/>
                  </a:lnTo>
                  <a:lnTo>
                    <a:pt x="1111" y="3112"/>
                  </a:lnTo>
                  <a:lnTo>
                    <a:pt x="1107" y="3094"/>
                  </a:lnTo>
                  <a:lnTo>
                    <a:pt x="1105" y="3094"/>
                  </a:lnTo>
                  <a:lnTo>
                    <a:pt x="1109" y="3080"/>
                  </a:lnTo>
                  <a:lnTo>
                    <a:pt x="1121" y="3072"/>
                  </a:lnTo>
                  <a:lnTo>
                    <a:pt x="1133" y="3066"/>
                  </a:lnTo>
                  <a:lnTo>
                    <a:pt x="1139" y="3040"/>
                  </a:lnTo>
                  <a:lnTo>
                    <a:pt x="1167" y="3014"/>
                  </a:lnTo>
                  <a:lnTo>
                    <a:pt x="1173" y="2996"/>
                  </a:lnTo>
                  <a:lnTo>
                    <a:pt x="1171" y="2982"/>
                  </a:lnTo>
                  <a:lnTo>
                    <a:pt x="1151" y="2978"/>
                  </a:lnTo>
                  <a:lnTo>
                    <a:pt x="1143" y="2968"/>
                  </a:lnTo>
                  <a:lnTo>
                    <a:pt x="1137" y="2958"/>
                  </a:lnTo>
                  <a:lnTo>
                    <a:pt x="1137" y="2954"/>
                  </a:lnTo>
                  <a:lnTo>
                    <a:pt x="1151" y="2936"/>
                  </a:lnTo>
                  <a:lnTo>
                    <a:pt x="1161" y="2930"/>
                  </a:lnTo>
                  <a:lnTo>
                    <a:pt x="1175" y="2930"/>
                  </a:lnTo>
                  <a:lnTo>
                    <a:pt x="1175" y="2920"/>
                  </a:lnTo>
                  <a:lnTo>
                    <a:pt x="1183" y="2912"/>
                  </a:lnTo>
                  <a:lnTo>
                    <a:pt x="1183" y="2890"/>
                  </a:lnTo>
                  <a:lnTo>
                    <a:pt x="1187" y="2884"/>
                  </a:lnTo>
                  <a:lnTo>
                    <a:pt x="1203" y="2876"/>
                  </a:lnTo>
                  <a:lnTo>
                    <a:pt x="1189" y="2868"/>
                  </a:lnTo>
                  <a:lnTo>
                    <a:pt x="1191" y="2866"/>
                  </a:lnTo>
                  <a:lnTo>
                    <a:pt x="1197" y="2872"/>
                  </a:lnTo>
                  <a:lnTo>
                    <a:pt x="1209" y="2872"/>
                  </a:lnTo>
                  <a:lnTo>
                    <a:pt x="1213" y="2864"/>
                  </a:lnTo>
                  <a:lnTo>
                    <a:pt x="1211" y="2854"/>
                  </a:lnTo>
                  <a:lnTo>
                    <a:pt x="1207" y="2848"/>
                  </a:lnTo>
                  <a:lnTo>
                    <a:pt x="1193" y="2854"/>
                  </a:lnTo>
                  <a:lnTo>
                    <a:pt x="1195" y="2856"/>
                  </a:lnTo>
                  <a:lnTo>
                    <a:pt x="1193" y="2858"/>
                  </a:lnTo>
                  <a:lnTo>
                    <a:pt x="1185" y="2850"/>
                  </a:lnTo>
                  <a:lnTo>
                    <a:pt x="1183" y="2822"/>
                  </a:lnTo>
                  <a:lnTo>
                    <a:pt x="1185" y="2820"/>
                  </a:lnTo>
                  <a:lnTo>
                    <a:pt x="1205" y="2830"/>
                  </a:lnTo>
                  <a:lnTo>
                    <a:pt x="1221" y="2830"/>
                  </a:lnTo>
                  <a:lnTo>
                    <a:pt x="1233" y="2824"/>
                  </a:lnTo>
                  <a:lnTo>
                    <a:pt x="1237" y="2818"/>
                  </a:lnTo>
                  <a:lnTo>
                    <a:pt x="1235" y="2802"/>
                  </a:lnTo>
                  <a:lnTo>
                    <a:pt x="1241" y="2786"/>
                  </a:lnTo>
                  <a:lnTo>
                    <a:pt x="1237" y="2780"/>
                  </a:lnTo>
                  <a:lnTo>
                    <a:pt x="1237" y="2774"/>
                  </a:lnTo>
                  <a:lnTo>
                    <a:pt x="1237" y="2776"/>
                  </a:lnTo>
                  <a:lnTo>
                    <a:pt x="1259" y="2776"/>
                  </a:lnTo>
                  <a:lnTo>
                    <a:pt x="1315" y="2764"/>
                  </a:lnTo>
                  <a:lnTo>
                    <a:pt x="1323" y="2756"/>
                  </a:lnTo>
                  <a:lnTo>
                    <a:pt x="1327" y="2748"/>
                  </a:lnTo>
                  <a:lnTo>
                    <a:pt x="1339" y="2730"/>
                  </a:lnTo>
                  <a:lnTo>
                    <a:pt x="1341" y="2708"/>
                  </a:lnTo>
                  <a:lnTo>
                    <a:pt x="1333" y="2708"/>
                  </a:lnTo>
                  <a:lnTo>
                    <a:pt x="1329" y="2700"/>
                  </a:lnTo>
                  <a:lnTo>
                    <a:pt x="1333" y="2688"/>
                  </a:lnTo>
                  <a:lnTo>
                    <a:pt x="1309" y="2670"/>
                  </a:lnTo>
                  <a:lnTo>
                    <a:pt x="1309" y="2666"/>
                  </a:lnTo>
                  <a:lnTo>
                    <a:pt x="1315" y="2670"/>
                  </a:lnTo>
                  <a:lnTo>
                    <a:pt x="1329" y="2672"/>
                  </a:lnTo>
                  <a:lnTo>
                    <a:pt x="1349" y="2680"/>
                  </a:lnTo>
                  <a:lnTo>
                    <a:pt x="1373" y="2682"/>
                  </a:lnTo>
                  <a:lnTo>
                    <a:pt x="1389" y="2674"/>
                  </a:lnTo>
                  <a:lnTo>
                    <a:pt x="1403" y="2654"/>
                  </a:lnTo>
                  <a:lnTo>
                    <a:pt x="1421" y="2634"/>
                  </a:lnTo>
                  <a:lnTo>
                    <a:pt x="1425" y="2622"/>
                  </a:lnTo>
                  <a:lnTo>
                    <a:pt x="1447" y="2604"/>
                  </a:lnTo>
                  <a:lnTo>
                    <a:pt x="1461" y="2582"/>
                  </a:lnTo>
                  <a:lnTo>
                    <a:pt x="1471" y="2560"/>
                  </a:lnTo>
                  <a:lnTo>
                    <a:pt x="1492" y="2536"/>
                  </a:lnTo>
                  <a:lnTo>
                    <a:pt x="1494" y="2516"/>
                  </a:lnTo>
                  <a:lnTo>
                    <a:pt x="1496" y="2510"/>
                  </a:lnTo>
                  <a:lnTo>
                    <a:pt x="1494" y="2504"/>
                  </a:lnTo>
                  <a:lnTo>
                    <a:pt x="1492" y="2488"/>
                  </a:lnTo>
                  <a:lnTo>
                    <a:pt x="1498" y="2476"/>
                  </a:lnTo>
                  <a:lnTo>
                    <a:pt x="1528" y="2448"/>
                  </a:lnTo>
                  <a:lnTo>
                    <a:pt x="1566" y="2430"/>
                  </a:lnTo>
                  <a:lnTo>
                    <a:pt x="1570" y="2424"/>
                  </a:lnTo>
                  <a:lnTo>
                    <a:pt x="1612" y="2422"/>
                  </a:lnTo>
                  <a:lnTo>
                    <a:pt x="1616" y="2416"/>
                  </a:lnTo>
                  <a:lnTo>
                    <a:pt x="1632" y="2404"/>
                  </a:lnTo>
                  <a:lnTo>
                    <a:pt x="1636" y="2390"/>
                  </a:lnTo>
                  <a:lnTo>
                    <a:pt x="1658" y="2352"/>
                  </a:lnTo>
                  <a:lnTo>
                    <a:pt x="1662" y="2330"/>
                  </a:lnTo>
                  <a:lnTo>
                    <a:pt x="1670" y="2316"/>
                  </a:lnTo>
                  <a:lnTo>
                    <a:pt x="1674" y="2280"/>
                  </a:lnTo>
                  <a:lnTo>
                    <a:pt x="1672" y="2254"/>
                  </a:lnTo>
                  <a:lnTo>
                    <a:pt x="1676" y="2232"/>
                  </a:lnTo>
                  <a:lnTo>
                    <a:pt x="1688" y="2224"/>
                  </a:lnTo>
                  <a:lnTo>
                    <a:pt x="1704" y="2196"/>
                  </a:lnTo>
                  <a:lnTo>
                    <a:pt x="1724" y="2178"/>
                  </a:lnTo>
                  <a:lnTo>
                    <a:pt x="1744" y="2152"/>
                  </a:lnTo>
                  <a:lnTo>
                    <a:pt x="1752" y="2114"/>
                  </a:lnTo>
                  <a:lnTo>
                    <a:pt x="1746" y="2088"/>
                  </a:lnTo>
                  <a:lnTo>
                    <a:pt x="1740" y="2078"/>
                  </a:lnTo>
                  <a:lnTo>
                    <a:pt x="1710" y="2074"/>
                  </a:lnTo>
                  <a:lnTo>
                    <a:pt x="1664" y="2038"/>
                  </a:lnTo>
                  <a:lnTo>
                    <a:pt x="1654" y="2034"/>
                  </a:lnTo>
                  <a:lnTo>
                    <a:pt x="1618" y="2034"/>
                  </a:lnTo>
                  <a:lnTo>
                    <a:pt x="1586" y="2022"/>
                  </a:lnTo>
                  <a:lnTo>
                    <a:pt x="1574" y="2028"/>
                  </a:lnTo>
                  <a:lnTo>
                    <a:pt x="1576" y="2022"/>
                  </a:lnTo>
                  <a:lnTo>
                    <a:pt x="1568" y="2020"/>
                  </a:lnTo>
                  <a:lnTo>
                    <a:pt x="1570" y="2018"/>
                  </a:lnTo>
                  <a:lnTo>
                    <a:pt x="1562" y="2006"/>
                  </a:lnTo>
                  <a:lnTo>
                    <a:pt x="1554" y="2010"/>
                  </a:lnTo>
                  <a:lnTo>
                    <a:pt x="1552" y="2004"/>
                  </a:lnTo>
                  <a:lnTo>
                    <a:pt x="1520" y="1992"/>
                  </a:lnTo>
                  <a:lnTo>
                    <a:pt x="1500" y="1994"/>
                  </a:lnTo>
                  <a:lnTo>
                    <a:pt x="1494" y="2008"/>
                  </a:lnTo>
                  <a:lnTo>
                    <a:pt x="1486" y="2012"/>
                  </a:lnTo>
                  <a:lnTo>
                    <a:pt x="1496" y="1998"/>
                  </a:lnTo>
                  <a:lnTo>
                    <a:pt x="1498" y="1986"/>
                  </a:lnTo>
                  <a:lnTo>
                    <a:pt x="1486" y="1982"/>
                  </a:lnTo>
                  <a:lnTo>
                    <a:pt x="1481" y="1982"/>
                  </a:lnTo>
                  <a:lnTo>
                    <a:pt x="1475" y="1974"/>
                  </a:lnTo>
                  <a:lnTo>
                    <a:pt x="1471" y="1980"/>
                  </a:lnTo>
                  <a:lnTo>
                    <a:pt x="1463" y="1970"/>
                  </a:lnTo>
                  <a:lnTo>
                    <a:pt x="1461" y="1972"/>
                  </a:lnTo>
                  <a:lnTo>
                    <a:pt x="1467" y="1964"/>
                  </a:lnTo>
                  <a:lnTo>
                    <a:pt x="1471" y="1950"/>
                  </a:lnTo>
                  <a:lnTo>
                    <a:pt x="1461" y="1946"/>
                  </a:lnTo>
                  <a:lnTo>
                    <a:pt x="1447" y="1906"/>
                  </a:lnTo>
                  <a:lnTo>
                    <a:pt x="1439" y="1900"/>
                  </a:lnTo>
                  <a:lnTo>
                    <a:pt x="1437" y="1902"/>
                  </a:lnTo>
                  <a:lnTo>
                    <a:pt x="1435" y="1896"/>
                  </a:lnTo>
                  <a:lnTo>
                    <a:pt x="1419" y="1884"/>
                  </a:lnTo>
                  <a:lnTo>
                    <a:pt x="1393" y="1874"/>
                  </a:lnTo>
                  <a:lnTo>
                    <a:pt x="1393" y="1872"/>
                  </a:lnTo>
                  <a:lnTo>
                    <a:pt x="1373" y="1868"/>
                  </a:lnTo>
                  <a:lnTo>
                    <a:pt x="1335" y="1870"/>
                  </a:lnTo>
                  <a:lnTo>
                    <a:pt x="1323" y="1856"/>
                  </a:lnTo>
                  <a:lnTo>
                    <a:pt x="1309" y="1852"/>
                  </a:lnTo>
                  <a:lnTo>
                    <a:pt x="1305" y="1838"/>
                  </a:lnTo>
                  <a:lnTo>
                    <a:pt x="1287" y="1824"/>
                  </a:lnTo>
                  <a:lnTo>
                    <a:pt x="1283" y="1824"/>
                  </a:lnTo>
                  <a:lnTo>
                    <a:pt x="1275" y="1818"/>
                  </a:lnTo>
                  <a:lnTo>
                    <a:pt x="1267" y="1822"/>
                  </a:lnTo>
                  <a:lnTo>
                    <a:pt x="1265" y="1822"/>
                  </a:lnTo>
                  <a:lnTo>
                    <a:pt x="1267" y="1818"/>
                  </a:lnTo>
                  <a:lnTo>
                    <a:pt x="1261" y="1804"/>
                  </a:lnTo>
                  <a:lnTo>
                    <a:pt x="1245" y="1796"/>
                  </a:lnTo>
                  <a:lnTo>
                    <a:pt x="1245" y="1796"/>
                  </a:lnTo>
                  <a:lnTo>
                    <a:pt x="1257" y="1794"/>
                  </a:lnTo>
                  <a:lnTo>
                    <a:pt x="1263" y="1778"/>
                  </a:lnTo>
                  <a:lnTo>
                    <a:pt x="1243" y="1778"/>
                  </a:lnTo>
                  <a:lnTo>
                    <a:pt x="1247" y="1786"/>
                  </a:lnTo>
                  <a:lnTo>
                    <a:pt x="1235" y="1796"/>
                  </a:lnTo>
                  <a:lnTo>
                    <a:pt x="1231" y="1788"/>
                  </a:lnTo>
                  <a:lnTo>
                    <a:pt x="1229" y="1788"/>
                  </a:lnTo>
                  <a:lnTo>
                    <a:pt x="1241" y="1784"/>
                  </a:lnTo>
                  <a:lnTo>
                    <a:pt x="1239" y="1778"/>
                  </a:lnTo>
                  <a:lnTo>
                    <a:pt x="1205" y="1778"/>
                  </a:lnTo>
                  <a:lnTo>
                    <a:pt x="1211" y="1776"/>
                  </a:lnTo>
                  <a:lnTo>
                    <a:pt x="1205" y="1768"/>
                  </a:lnTo>
                  <a:lnTo>
                    <a:pt x="1189" y="1774"/>
                  </a:lnTo>
                  <a:lnTo>
                    <a:pt x="1199" y="1778"/>
                  </a:lnTo>
                  <a:lnTo>
                    <a:pt x="1189" y="1782"/>
                  </a:lnTo>
                  <a:lnTo>
                    <a:pt x="1197" y="1784"/>
                  </a:lnTo>
                  <a:lnTo>
                    <a:pt x="1181" y="1788"/>
                  </a:lnTo>
                  <a:lnTo>
                    <a:pt x="1173" y="1788"/>
                  </a:lnTo>
                  <a:lnTo>
                    <a:pt x="1163" y="1780"/>
                  </a:lnTo>
                  <a:lnTo>
                    <a:pt x="1129" y="1782"/>
                  </a:lnTo>
                  <a:lnTo>
                    <a:pt x="1123" y="1768"/>
                  </a:lnTo>
                  <a:lnTo>
                    <a:pt x="1099" y="1764"/>
                  </a:lnTo>
                  <a:lnTo>
                    <a:pt x="1091" y="1746"/>
                  </a:lnTo>
                  <a:lnTo>
                    <a:pt x="1081" y="1762"/>
                  </a:lnTo>
                  <a:lnTo>
                    <a:pt x="1089" y="1764"/>
                  </a:lnTo>
                  <a:lnTo>
                    <a:pt x="1073" y="1768"/>
                  </a:lnTo>
                  <a:lnTo>
                    <a:pt x="1061" y="1776"/>
                  </a:lnTo>
                  <a:lnTo>
                    <a:pt x="1057" y="1764"/>
                  </a:lnTo>
                  <a:lnTo>
                    <a:pt x="1065" y="1760"/>
                  </a:lnTo>
                  <a:lnTo>
                    <a:pt x="1067" y="1760"/>
                  </a:lnTo>
                  <a:lnTo>
                    <a:pt x="1071" y="1752"/>
                  </a:lnTo>
                  <a:lnTo>
                    <a:pt x="1059" y="1744"/>
                  </a:lnTo>
                  <a:lnTo>
                    <a:pt x="1049" y="1752"/>
                  </a:lnTo>
                  <a:lnTo>
                    <a:pt x="1045" y="1758"/>
                  </a:lnTo>
                  <a:lnTo>
                    <a:pt x="1029" y="1766"/>
                  </a:lnTo>
                  <a:lnTo>
                    <a:pt x="1009" y="1768"/>
                  </a:lnTo>
                  <a:lnTo>
                    <a:pt x="1005" y="1774"/>
                  </a:lnTo>
                  <a:lnTo>
                    <a:pt x="1005" y="1772"/>
                  </a:lnTo>
                  <a:lnTo>
                    <a:pt x="995" y="1772"/>
                  </a:lnTo>
                  <a:lnTo>
                    <a:pt x="981" y="1784"/>
                  </a:lnTo>
                  <a:lnTo>
                    <a:pt x="979" y="1802"/>
                  </a:lnTo>
                  <a:lnTo>
                    <a:pt x="957" y="1818"/>
                  </a:lnTo>
                  <a:lnTo>
                    <a:pt x="957" y="1824"/>
                  </a:lnTo>
                  <a:lnTo>
                    <a:pt x="953" y="1818"/>
                  </a:lnTo>
                  <a:lnTo>
                    <a:pt x="953" y="1818"/>
                  </a:lnTo>
                  <a:lnTo>
                    <a:pt x="951" y="1818"/>
                  </a:lnTo>
                  <a:lnTo>
                    <a:pt x="949" y="1814"/>
                  </a:lnTo>
                  <a:lnTo>
                    <a:pt x="949" y="1814"/>
                  </a:lnTo>
                  <a:lnTo>
                    <a:pt x="937" y="1804"/>
                  </a:lnTo>
                  <a:lnTo>
                    <a:pt x="915" y="1798"/>
                  </a:lnTo>
                  <a:lnTo>
                    <a:pt x="905" y="1798"/>
                  </a:lnTo>
                  <a:lnTo>
                    <a:pt x="901" y="1808"/>
                  </a:lnTo>
                  <a:lnTo>
                    <a:pt x="897" y="1804"/>
                  </a:lnTo>
                  <a:lnTo>
                    <a:pt x="877" y="1812"/>
                  </a:lnTo>
                  <a:lnTo>
                    <a:pt x="863" y="1810"/>
                  </a:lnTo>
                  <a:lnTo>
                    <a:pt x="859" y="1802"/>
                  </a:lnTo>
                  <a:lnTo>
                    <a:pt x="853" y="1798"/>
                  </a:lnTo>
                  <a:lnTo>
                    <a:pt x="841" y="1788"/>
                  </a:lnTo>
                  <a:lnTo>
                    <a:pt x="833" y="1774"/>
                  </a:lnTo>
                  <a:lnTo>
                    <a:pt x="831" y="1766"/>
                  </a:lnTo>
                  <a:lnTo>
                    <a:pt x="841" y="1700"/>
                  </a:lnTo>
                  <a:lnTo>
                    <a:pt x="845" y="1700"/>
                  </a:lnTo>
                  <a:lnTo>
                    <a:pt x="841" y="1698"/>
                  </a:lnTo>
                  <a:lnTo>
                    <a:pt x="843" y="1694"/>
                  </a:lnTo>
                  <a:lnTo>
                    <a:pt x="839" y="1696"/>
                  </a:lnTo>
                  <a:lnTo>
                    <a:pt x="823" y="1682"/>
                  </a:lnTo>
                  <a:lnTo>
                    <a:pt x="805" y="1676"/>
                  </a:lnTo>
                  <a:lnTo>
                    <a:pt x="745" y="1680"/>
                  </a:lnTo>
                  <a:lnTo>
                    <a:pt x="737" y="1676"/>
                  </a:lnTo>
                  <a:lnTo>
                    <a:pt x="747" y="1660"/>
                  </a:lnTo>
                  <a:lnTo>
                    <a:pt x="751" y="1638"/>
                  </a:lnTo>
                  <a:lnTo>
                    <a:pt x="755" y="1644"/>
                  </a:lnTo>
                  <a:lnTo>
                    <a:pt x="761" y="1612"/>
                  </a:lnTo>
                  <a:lnTo>
                    <a:pt x="759" y="1610"/>
                  </a:lnTo>
                  <a:lnTo>
                    <a:pt x="763" y="1608"/>
                  </a:lnTo>
                  <a:lnTo>
                    <a:pt x="759" y="1604"/>
                  </a:lnTo>
                  <a:lnTo>
                    <a:pt x="775" y="1574"/>
                  </a:lnTo>
                  <a:lnTo>
                    <a:pt x="771" y="1568"/>
                  </a:lnTo>
                  <a:lnTo>
                    <a:pt x="759" y="1564"/>
                  </a:lnTo>
                  <a:lnTo>
                    <a:pt x="757" y="1566"/>
                  </a:lnTo>
                  <a:lnTo>
                    <a:pt x="757" y="1564"/>
                  </a:lnTo>
                  <a:lnTo>
                    <a:pt x="755" y="1564"/>
                  </a:lnTo>
                  <a:lnTo>
                    <a:pt x="747" y="1564"/>
                  </a:lnTo>
                  <a:lnTo>
                    <a:pt x="703" y="1574"/>
                  </a:lnTo>
                  <a:lnTo>
                    <a:pt x="695" y="1612"/>
                  </a:lnTo>
                  <a:lnTo>
                    <a:pt x="685" y="1618"/>
                  </a:lnTo>
                  <a:lnTo>
                    <a:pt x="685" y="1624"/>
                  </a:lnTo>
                  <a:lnTo>
                    <a:pt x="683" y="1626"/>
                  </a:lnTo>
                  <a:lnTo>
                    <a:pt x="667" y="1622"/>
                  </a:lnTo>
                  <a:lnTo>
                    <a:pt x="629" y="1632"/>
                  </a:lnTo>
                  <a:lnTo>
                    <a:pt x="619" y="1624"/>
                  </a:lnTo>
                  <a:lnTo>
                    <a:pt x="609" y="1620"/>
                  </a:lnTo>
                  <a:lnTo>
                    <a:pt x="601" y="1614"/>
                  </a:lnTo>
                  <a:lnTo>
                    <a:pt x="593" y="1598"/>
                  </a:lnTo>
                  <a:lnTo>
                    <a:pt x="579" y="1580"/>
                  </a:lnTo>
                  <a:lnTo>
                    <a:pt x="581" y="1568"/>
                  </a:lnTo>
                  <a:lnTo>
                    <a:pt x="571" y="1556"/>
                  </a:lnTo>
                  <a:lnTo>
                    <a:pt x="571" y="1530"/>
                  </a:lnTo>
                  <a:lnTo>
                    <a:pt x="567" y="1504"/>
                  </a:lnTo>
                  <a:lnTo>
                    <a:pt x="573" y="1494"/>
                  </a:lnTo>
                  <a:lnTo>
                    <a:pt x="583" y="1490"/>
                  </a:lnTo>
                  <a:lnTo>
                    <a:pt x="583" y="1484"/>
                  </a:lnTo>
                  <a:lnTo>
                    <a:pt x="585" y="1484"/>
                  </a:lnTo>
                  <a:lnTo>
                    <a:pt x="583" y="1480"/>
                  </a:lnTo>
                  <a:lnTo>
                    <a:pt x="583" y="1478"/>
                  </a:lnTo>
                  <a:lnTo>
                    <a:pt x="583" y="1478"/>
                  </a:lnTo>
                  <a:lnTo>
                    <a:pt x="577" y="1462"/>
                  </a:lnTo>
                  <a:lnTo>
                    <a:pt x="577" y="1454"/>
                  </a:lnTo>
                  <a:lnTo>
                    <a:pt x="577" y="1454"/>
                  </a:lnTo>
                  <a:lnTo>
                    <a:pt x="579" y="1454"/>
                  </a:lnTo>
                  <a:lnTo>
                    <a:pt x="577" y="1440"/>
                  </a:lnTo>
                  <a:lnTo>
                    <a:pt x="581" y="1438"/>
                  </a:lnTo>
                  <a:lnTo>
                    <a:pt x="581" y="1442"/>
                  </a:lnTo>
                  <a:lnTo>
                    <a:pt x="585" y="1444"/>
                  </a:lnTo>
                  <a:lnTo>
                    <a:pt x="595" y="1432"/>
                  </a:lnTo>
                  <a:lnTo>
                    <a:pt x="593" y="1430"/>
                  </a:lnTo>
                  <a:lnTo>
                    <a:pt x="595" y="1428"/>
                  </a:lnTo>
                  <a:lnTo>
                    <a:pt x="595" y="1424"/>
                  </a:lnTo>
                  <a:lnTo>
                    <a:pt x="607" y="1422"/>
                  </a:lnTo>
                  <a:lnTo>
                    <a:pt x="619" y="1418"/>
                  </a:lnTo>
                  <a:lnTo>
                    <a:pt x="621" y="1408"/>
                  </a:lnTo>
                  <a:lnTo>
                    <a:pt x="639" y="1400"/>
                  </a:lnTo>
                  <a:lnTo>
                    <a:pt x="669" y="1404"/>
                  </a:lnTo>
                  <a:lnTo>
                    <a:pt x="675" y="1400"/>
                  </a:lnTo>
                  <a:lnTo>
                    <a:pt x="697" y="1412"/>
                  </a:lnTo>
                  <a:lnTo>
                    <a:pt x="709" y="1412"/>
                  </a:lnTo>
                  <a:lnTo>
                    <a:pt x="713" y="1408"/>
                  </a:lnTo>
                  <a:lnTo>
                    <a:pt x="723" y="1418"/>
                  </a:lnTo>
                  <a:lnTo>
                    <a:pt x="731" y="1412"/>
                  </a:lnTo>
                  <a:lnTo>
                    <a:pt x="721" y="1402"/>
                  </a:lnTo>
                  <a:lnTo>
                    <a:pt x="729" y="1388"/>
                  </a:lnTo>
                  <a:lnTo>
                    <a:pt x="709" y="1388"/>
                  </a:lnTo>
                  <a:lnTo>
                    <a:pt x="709" y="1388"/>
                  </a:lnTo>
                  <a:lnTo>
                    <a:pt x="747" y="1386"/>
                  </a:lnTo>
                  <a:lnTo>
                    <a:pt x="747" y="1384"/>
                  </a:lnTo>
                  <a:lnTo>
                    <a:pt x="749" y="1390"/>
                  </a:lnTo>
                  <a:lnTo>
                    <a:pt x="765" y="1384"/>
                  </a:lnTo>
                  <a:lnTo>
                    <a:pt x="765" y="1386"/>
                  </a:lnTo>
                  <a:lnTo>
                    <a:pt x="781" y="1384"/>
                  </a:lnTo>
                  <a:lnTo>
                    <a:pt x="801" y="1402"/>
                  </a:lnTo>
                  <a:lnTo>
                    <a:pt x="825" y="1392"/>
                  </a:lnTo>
                  <a:lnTo>
                    <a:pt x="845" y="1412"/>
                  </a:lnTo>
                  <a:lnTo>
                    <a:pt x="847" y="1442"/>
                  </a:lnTo>
                  <a:lnTo>
                    <a:pt x="849" y="1442"/>
                  </a:lnTo>
                  <a:lnTo>
                    <a:pt x="847" y="1448"/>
                  </a:lnTo>
                  <a:lnTo>
                    <a:pt x="857" y="1462"/>
                  </a:lnTo>
                  <a:lnTo>
                    <a:pt x="859" y="1460"/>
                  </a:lnTo>
                  <a:lnTo>
                    <a:pt x="865" y="1480"/>
                  </a:lnTo>
                  <a:lnTo>
                    <a:pt x="873" y="1484"/>
                  </a:lnTo>
                  <a:lnTo>
                    <a:pt x="877" y="1498"/>
                  </a:lnTo>
                  <a:lnTo>
                    <a:pt x="895" y="1492"/>
                  </a:lnTo>
                  <a:lnTo>
                    <a:pt x="899" y="1476"/>
                  </a:lnTo>
                  <a:lnTo>
                    <a:pt x="901" y="1456"/>
                  </a:lnTo>
                  <a:lnTo>
                    <a:pt x="873" y="1380"/>
                  </a:lnTo>
                  <a:lnTo>
                    <a:pt x="885" y="1348"/>
                  </a:lnTo>
                  <a:lnTo>
                    <a:pt x="893" y="1344"/>
                  </a:lnTo>
                  <a:lnTo>
                    <a:pt x="891" y="1340"/>
                  </a:lnTo>
                  <a:lnTo>
                    <a:pt x="901" y="1340"/>
                  </a:lnTo>
                  <a:lnTo>
                    <a:pt x="917" y="1324"/>
                  </a:lnTo>
                  <a:lnTo>
                    <a:pt x="923" y="1314"/>
                  </a:lnTo>
                  <a:lnTo>
                    <a:pt x="945" y="1306"/>
                  </a:lnTo>
                  <a:lnTo>
                    <a:pt x="951" y="1296"/>
                  </a:lnTo>
                  <a:lnTo>
                    <a:pt x="971" y="1288"/>
                  </a:lnTo>
                  <a:lnTo>
                    <a:pt x="971" y="1278"/>
                  </a:lnTo>
                  <a:lnTo>
                    <a:pt x="969" y="1278"/>
                  </a:lnTo>
                  <a:lnTo>
                    <a:pt x="971" y="1276"/>
                  </a:lnTo>
                  <a:lnTo>
                    <a:pt x="975" y="1278"/>
                  </a:lnTo>
                  <a:lnTo>
                    <a:pt x="985" y="1268"/>
                  </a:lnTo>
                  <a:lnTo>
                    <a:pt x="981" y="1260"/>
                  </a:lnTo>
                  <a:lnTo>
                    <a:pt x="985" y="1260"/>
                  </a:lnTo>
                  <a:lnTo>
                    <a:pt x="979" y="1236"/>
                  </a:lnTo>
                  <a:lnTo>
                    <a:pt x="999" y="1198"/>
                  </a:lnTo>
                  <a:lnTo>
                    <a:pt x="997" y="1194"/>
                  </a:lnTo>
                  <a:lnTo>
                    <a:pt x="1013" y="1172"/>
                  </a:lnTo>
                  <a:lnTo>
                    <a:pt x="1019" y="1158"/>
                  </a:lnTo>
                  <a:lnTo>
                    <a:pt x="1015" y="1152"/>
                  </a:lnTo>
                  <a:lnTo>
                    <a:pt x="1045" y="1144"/>
                  </a:lnTo>
                  <a:lnTo>
                    <a:pt x="1053" y="1132"/>
                  </a:lnTo>
                  <a:lnTo>
                    <a:pt x="1061" y="1132"/>
                  </a:lnTo>
                  <a:lnTo>
                    <a:pt x="1067" y="1126"/>
                  </a:lnTo>
                  <a:lnTo>
                    <a:pt x="1069" y="1128"/>
                  </a:lnTo>
                  <a:lnTo>
                    <a:pt x="1095" y="1124"/>
                  </a:lnTo>
                  <a:lnTo>
                    <a:pt x="1093" y="1114"/>
                  </a:lnTo>
                  <a:lnTo>
                    <a:pt x="1089" y="1114"/>
                  </a:lnTo>
                  <a:lnTo>
                    <a:pt x="1087" y="1118"/>
                  </a:lnTo>
                  <a:lnTo>
                    <a:pt x="1085" y="1118"/>
                  </a:lnTo>
                  <a:lnTo>
                    <a:pt x="1075" y="1106"/>
                  </a:lnTo>
                  <a:lnTo>
                    <a:pt x="1089" y="1072"/>
                  </a:lnTo>
                  <a:lnTo>
                    <a:pt x="1109" y="1064"/>
                  </a:lnTo>
                  <a:lnTo>
                    <a:pt x="1113" y="1052"/>
                  </a:lnTo>
                  <a:lnTo>
                    <a:pt x="1121" y="1060"/>
                  </a:lnTo>
                  <a:lnTo>
                    <a:pt x="1147" y="1046"/>
                  </a:lnTo>
                  <a:lnTo>
                    <a:pt x="1149" y="1042"/>
                  </a:lnTo>
                  <a:lnTo>
                    <a:pt x="1147" y="1038"/>
                  </a:lnTo>
                  <a:lnTo>
                    <a:pt x="1147" y="1034"/>
                  </a:lnTo>
                  <a:lnTo>
                    <a:pt x="1173" y="1030"/>
                  </a:lnTo>
                  <a:lnTo>
                    <a:pt x="1191" y="1016"/>
                  </a:lnTo>
                  <a:lnTo>
                    <a:pt x="1185" y="1022"/>
                  </a:lnTo>
                  <a:lnTo>
                    <a:pt x="1187" y="1030"/>
                  </a:lnTo>
                  <a:lnTo>
                    <a:pt x="1189" y="1030"/>
                  </a:lnTo>
                  <a:lnTo>
                    <a:pt x="1163" y="1046"/>
                  </a:lnTo>
                  <a:lnTo>
                    <a:pt x="1163" y="1050"/>
                  </a:lnTo>
                  <a:lnTo>
                    <a:pt x="1161" y="1056"/>
                  </a:lnTo>
                  <a:lnTo>
                    <a:pt x="1161" y="1068"/>
                  </a:lnTo>
                  <a:lnTo>
                    <a:pt x="1177" y="1078"/>
                  </a:lnTo>
                  <a:lnTo>
                    <a:pt x="1201" y="1056"/>
                  </a:lnTo>
                  <a:lnTo>
                    <a:pt x="1203" y="1050"/>
                  </a:lnTo>
                  <a:lnTo>
                    <a:pt x="1213" y="1052"/>
                  </a:lnTo>
                  <a:lnTo>
                    <a:pt x="1213" y="1046"/>
                  </a:lnTo>
                  <a:lnTo>
                    <a:pt x="1225" y="1044"/>
                  </a:lnTo>
                  <a:lnTo>
                    <a:pt x="1267" y="1028"/>
                  </a:lnTo>
                  <a:lnTo>
                    <a:pt x="1255" y="1024"/>
                  </a:lnTo>
                  <a:lnTo>
                    <a:pt x="1257" y="1022"/>
                  </a:lnTo>
                  <a:lnTo>
                    <a:pt x="1269" y="1020"/>
                  </a:lnTo>
                  <a:lnTo>
                    <a:pt x="1285" y="1010"/>
                  </a:lnTo>
                  <a:lnTo>
                    <a:pt x="1279" y="996"/>
                  </a:lnTo>
                  <a:lnTo>
                    <a:pt x="1273" y="1004"/>
                  </a:lnTo>
                  <a:lnTo>
                    <a:pt x="1269" y="1004"/>
                  </a:lnTo>
                  <a:lnTo>
                    <a:pt x="1275" y="984"/>
                  </a:lnTo>
                  <a:lnTo>
                    <a:pt x="1267" y="978"/>
                  </a:lnTo>
                  <a:lnTo>
                    <a:pt x="1251" y="1004"/>
                  </a:lnTo>
                  <a:lnTo>
                    <a:pt x="1247" y="1014"/>
                  </a:lnTo>
                  <a:lnTo>
                    <a:pt x="1249" y="1016"/>
                  </a:lnTo>
                  <a:lnTo>
                    <a:pt x="1245" y="1016"/>
                  </a:lnTo>
                  <a:lnTo>
                    <a:pt x="1243" y="1008"/>
                  </a:lnTo>
                  <a:lnTo>
                    <a:pt x="1227" y="1016"/>
                  </a:lnTo>
                  <a:lnTo>
                    <a:pt x="1209" y="1008"/>
                  </a:lnTo>
                  <a:lnTo>
                    <a:pt x="1213" y="1006"/>
                  </a:lnTo>
                  <a:lnTo>
                    <a:pt x="1195" y="998"/>
                  </a:lnTo>
                  <a:lnTo>
                    <a:pt x="1191" y="994"/>
                  </a:lnTo>
                  <a:lnTo>
                    <a:pt x="1189" y="978"/>
                  </a:lnTo>
                  <a:lnTo>
                    <a:pt x="1183" y="976"/>
                  </a:lnTo>
                  <a:lnTo>
                    <a:pt x="1191" y="960"/>
                  </a:lnTo>
                  <a:lnTo>
                    <a:pt x="1183" y="954"/>
                  </a:lnTo>
                  <a:lnTo>
                    <a:pt x="1173" y="958"/>
                  </a:lnTo>
                  <a:lnTo>
                    <a:pt x="1171" y="954"/>
                  </a:lnTo>
                  <a:lnTo>
                    <a:pt x="1165" y="952"/>
                  </a:lnTo>
                  <a:lnTo>
                    <a:pt x="1169" y="952"/>
                  </a:lnTo>
                  <a:lnTo>
                    <a:pt x="1181" y="954"/>
                  </a:lnTo>
                  <a:lnTo>
                    <a:pt x="1201" y="940"/>
                  </a:lnTo>
                  <a:lnTo>
                    <a:pt x="1199" y="924"/>
                  </a:lnTo>
                  <a:lnTo>
                    <a:pt x="1185" y="916"/>
                  </a:lnTo>
                  <a:lnTo>
                    <a:pt x="1153" y="918"/>
                  </a:lnTo>
                  <a:lnTo>
                    <a:pt x="1119" y="934"/>
                  </a:lnTo>
                  <a:lnTo>
                    <a:pt x="1095" y="954"/>
                  </a:lnTo>
                  <a:lnTo>
                    <a:pt x="1093" y="958"/>
                  </a:lnTo>
                  <a:lnTo>
                    <a:pt x="1095" y="952"/>
                  </a:lnTo>
                  <a:lnTo>
                    <a:pt x="1103" y="948"/>
                  </a:lnTo>
                  <a:lnTo>
                    <a:pt x="1113" y="932"/>
                  </a:lnTo>
                  <a:lnTo>
                    <a:pt x="1127" y="920"/>
                  </a:lnTo>
                  <a:lnTo>
                    <a:pt x="1143" y="918"/>
                  </a:lnTo>
                  <a:lnTo>
                    <a:pt x="1151" y="900"/>
                  </a:lnTo>
                  <a:lnTo>
                    <a:pt x="1161" y="892"/>
                  </a:lnTo>
                  <a:lnTo>
                    <a:pt x="1235" y="892"/>
                  </a:lnTo>
                  <a:lnTo>
                    <a:pt x="1249" y="896"/>
                  </a:lnTo>
                  <a:lnTo>
                    <a:pt x="1271" y="888"/>
                  </a:lnTo>
                  <a:lnTo>
                    <a:pt x="1271" y="890"/>
                  </a:lnTo>
                  <a:lnTo>
                    <a:pt x="1279" y="892"/>
                  </a:lnTo>
                  <a:lnTo>
                    <a:pt x="1309" y="860"/>
                  </a:lnTo>
                  <a:lnTo>
                    <a:pt x="1341" y="854"/>
                  </a:lnTo>
                  <a:lnTo>
                    <a:pt x="1339" y="856"/>
                  </a:lnTo>
                  <a:lnTo>
                    <a:pt x="1323" y="876"/>
                  </a:lnTo>
                  <a:lnTo>
                    <a:pt x="1327" y="880"/>
                  </a:lnTo>
                  <a:lnTo>
                    <a:pt x="1323" y="890"/>
                  </a:lnTo>
                  <a:lnTo>
                    <a:pt x="1323" y="890"/>
                  </a:lnTo>
                  <a:lnTo>
                    <a:pt x="1319" y="892"/>
                  </a:lnTo>
                  <a:lnTo>
                    <a:pt x="1315" y="910"/>
                  </a:lnTo>
                  <a:lnTo>
                    <a:pt x="1309" y="912"/>
                  </a:lnTo>
                  <a:lnTo>
                    <a:pt x="1311" y="922"/>
                  </a:lnTo>
                  <a:lnTo>
                    <a:pt x="1307" y="922"/>
                  </a:lnTo>
                  <a:lnTo>
                    <a:pt x="1301" y="934"/>
                  </a:lnTo>
                  <a:lnTo>
                    <a:pt x="1285" y="940"/>
                  </a:lnTo>
                  <a:lnTo>
                    <a:pt x="1301" y="944"/>
                  </a:lnTo>
                  <a:lnTo>
                    <a:pt x="1289" y="956"/>
                  </a:lnTo>
                  <a:lnTo>
                    <a:pt x="1289" y="962"/>
                  </a:lnTo>
                  <a:lnTo>
                    <a:pt x="1297" y="970"/>
                  </a:lnTo>
                  <a:lnTo>
                    <a:pt x="1339" y="968"/>
                  </a:lnTo>
                  <a:lnTo>
                    <a:pt x="1353" y="964"/>
                  </a:lnTo>
                  <a:lnTo>
                    <a:pt x="1343" y="972"/>
                  </a:lnTo>
                  <a:lnTo>
                    <a:pt x="1363" y="972"/>
                  </a:lnTo>
                  <a:lnTo>
                    <a:pt x="1351" y="980"/>
                  </a:lnTo>
                  <a:lnTo>
                    <a:pt x="1359" y="988"/>
                  </a:lnTo>
                  <a:lnTo>
                    <a:pt x="1383" y="972"/>
                  </a:lnTo>
                  <a:lnTo>
                    <a:pt x="1387" y="960"/>
                  </a:lnTo>
                  <a:lnTo>
                    <a:pt x="1389" y="972"/>
                  </a:lnTo>
                  <a:lnTo>
                    <a:pt x="1383" y="992"/>
                  </a:lnTo>
                  <a:lnTo>
                    <a:pt x="1397" y="982"/>
                  </a:lnTo>
                  <a:lnTo>
                    <a:pt x="1399" y="996"/>
                  </a:lnTo>
                  <a:lnTo>
                    <a:pt x="1409" y="992"/>
                  </a:lnTo>
                  <a:lnTo>
                    <a:pt x="1417" y="970"/>
                  </a:lnTo>
                  <a:lnTo>
                    <a:pt x="1413" y="956"/>
                  </a:lnTo>
                  <a:lnTo>
                    <a:pt x="1411" y="958"/>
                  </a:lnTo>
                  <a:lnTo>
                    <a:pt x="1413" y="950"/>
                  </a:lnTo>
                  <a:lnTo>
                    <a:pt x="1409" y="948"/>
                  </a:lnTo>
                  <a:lnTo>
                    <a:pt x="1397" y="960"/>
                  </a:lnTo>
                  <a:lnTo>
                    <a:pt x="1397" y="960"/>
                  </a:lnTo>
                  <a:lnTo>
                    <a:pt x="1401" y="952"/>
                  </a:lnTo>
                  <a:lnTo>
                    <a:pt x="1397" y="950"/>
                  </a:lnTo>
                  <a:lnTo>
                    <a:pt x="1407" y="944"/>
                  </a:lnTo>
                  <a:lnTo>
                    <a:pt x="1411" y="932"/>
                  </a:lnTo>
                  <a:lnTo>
                    <a:pt x="1393" y="938"/>
                  </a:lnTo>
                  <a:lnTo>
                    <a:pt x="1403" y="914"/>
                  </a:lnTo>
                  <a:lnTo>
                    <a:pt x="1381" y="910"/>
                  </a:lnTo>
                  <a:lnTo>
                    <a:pt x="1369" y="914"/>
                  </a:lnTo>
                  <a:lnTo>
                    <a:pt x="1373" y="906"/>
                  </a:lnTo>
                  <a:lnTo>
                    <a:pt x="1357" y="910"/>
                  </a:lnTo>
                  <a:lnTo>
                    <a:pt x="1355" y="906"/>
                  </a:lnTo>
                  <a:lnTo>
                    <a:pt x="1371" y="898"/>
                  </a:lnTo>
                  <a:lnTo>
                    <a:pt x="1353" y="896"/>
                  </a:lnTo>
                  <a:lnTo>
                    <a:pt x="1353" y="894"/>
                  </a:lnTo>
                  <a:lnTo>
                    <a:pt x="1349" y="892"/>
                  </a:lnTo>
                  <a:lnTo>
                    <a:pt x="1341" y="902"/>
                  </a:lnTo>
                  <a:lnTo>
                    <a:pt x="1341" y="896"/>
                  </a:lnTo>
                  <a:lnTo>
                    <a:pt x="1351" y="880"/>
                  </a:lnTo>
                  <a:lnTo>
                    <a:pt x="1351" y="872"/>
                  </a:lnTo>
                  <a:lnTo>
                    <a:pt x="1357" y="872"/>
                  </a:lnTo>
                  <a:lnTo>
                    <a:pt x="1357" y="870"/>
                  </a:lnTo>
                  <a:lnTo>
                    <a:pt x="1359" y="862"/>
                  </a:lnTo>
                  <a:lnTo>
                    <a:pt x="1357" y="858"/>
                  </a:lnTo>
                  <a:lnTo>
                    <a:pt x="1369" y="848"/>
                  </a:lnTo>
                  <a:lnTo>
                    <a:pt x="1361" y="848"/>
                  </a:lnTo>
                  <a:lnTo>
                    <a:pt x="1349" y="850"/>
                  </a:lnTo>
                  <a:lnTo>
                    <a:pt x="1345" y="852"/>
                  </a:lnTo>
                  <a:lnTo>
                    <a:pt x="1363" y="832"/>
                  </a:lnTo>
                  <a:lnTo>
                    <a:pt x="1361" y="828"/>
                  </a:lnTo>
                  <a:lnTo>
                    <a:pt x="1367" y="830"/>
                  </a:lnTo>
                  <a:lnTo>
                    <a:pt x="1357" y="820"/>
                  </a:lnTo>
                  <a:lnTo>
                    <a:pt x="1361" y="820"/>
                  </a:lnTo>
                  <a:lnTo>
                    <a:pt x="1357" y="804"/>
                  </a:lnTo>
                  <a:lnTo>
                    <a:pt x="1355" y="804"/>
                  </a:lnTo>
                  <a:lnTo>
                    <a:pt x="1363" y="804"/>
                  </a:lnTo>
                  <a:lnTo>
                    <a:pt x="1357" y="792"/>
                  </a:lnTo>
                  <a:lnTo>
                    <a:pt x="1359" y="788"/>
                  </a:lnTo>
                  <a:lnTo>
                    <a:pt x="1335" y="778"/>
                  </a:lnTo>
                  <a:lnTo>
                    <a:pt x="1331" y="784"/>
                  </a:lnTo>
                  <a:lnTo>
                    <a:pt x="1331" y="766"/>
                  </a:lnTo>
                  <a:lnTo>
                    <a:pt x="1313" y="768"/>
                  </a:lnTo>
                  <a:lnTo>
                    <a:pt x="1313" y="770"/>
                  </a:lnTo>
                  <a:lnTo>
                    <a:pt x="1303" y="772"/>
                  </a:lnTo>
                  <a:lnTo>
                    <a:pt x="1303" y="770"/>
                  </a:lnTo>
                  <a:lnTo>
                    <a:pt x="1331" y="758"/>
                  </a:lnTo>
                  <a:lnTo>
                    <a:pt x="1315" y="740"/>
                  </a:lnTo>
                  <a:lnTo>
                    <a:pt x="1307" y="748"/>
                  </a:lnTo>
                  <a:lnTo>
                    <a:pt x="1303" y="746"/>
                  </a:lnTo>
                  <a:lnTo>
                    <a:pt x="1293" y="732"/>
                  </a:lnTo>
                  <a:lnTo>
                    <a:pt x="1291" y="736"/>
                  </a:lnTo>
                  <a:lnTo>
                    <a:pt x="1285" y="730"/>
                  </a:lnTo>
                  <a:lnTo>
                    <a:pt x="1275" y="730"/>
                  </a:lnTo>
                  <a:lnTo>
                    <a:pt x="1275" y="728"/>
                  </a:lnTo>
                  <a:lnTo>
                    <a:pt x="1275" y="716"/>
                  </a:lnTo>
                  <a:lnTo>
                    <a:pt x="1257" y="710"/>
                  </a:lnTo>
                  <a:lnTo>
                    <a:pt x="1255" y="700"/>
                  </a:lnTo>
                  <a:lnTo>
                    <a:pt x="1249" y="700"/>
                  </a:lnTo>
                  <a:lnTo>
                    <a:pt x="1249" y="700"/>
                  </a:lnTo>
                  <a:lnTo>
                    <a:pt x="1245" y="694"/>
                  </a:lnTo>
                  <a:lnTo>
                    <a:pt x="1249" y="690"/>
                  </a:lnTo>
                  <a:lnTo>
                    <a:pt x="1249" y="690"/>
                  </a:lnTo>
                  <a:lnTo>
                    <a:pt x="1249" y="690"/>
                  </a:lnTo>
                  <a:lnTo>
                    <a:pt x="1251" y="688"/>
                  </a:lnTo>
                  <a:lnTo>
                    <a:pt x="1249" y="688"/>
                  </a:lnTo>
                  <a:lnTo>
                    <a:pt x="1247" y="682"/>
                  </a:lnTo>
                  <a:lnTo>
                    <a:pt x="1255" y="674"/>
                  </a:lnTo>
                  <a:lnTo>
                    <a:pt x="1243" y="658"/>
                  </a:lnTo>
                  <a:lnTo>
                    <a:pt x="1247" y="656"/>
                  </a:lnTo>
                  <a:lnTo>
                    <a:pt x="1237" y="642"/>
                  </a:lnTo>
                  <a:lnTo>
                    <a:pt x="1237" y="642"/>
                  </a:lnTo>
                  <a:lnTo>
                    <a:pt x="1237" y="640"/>
                  </a:lnTo>
                  <a:lnTo>
                    <a:pt x="1231" y="632"/>
                  </a:lnTo>
                  <a:lnTo>
                    <a:pt x="1227" y="634"/>
                  </a:lnTo>
                  <a:lnTo>
                    <a:pt x="1235" y="626"/>
                  </a:lnTo>
                  <a:lnTo>
                    <a:pt x="1219" y="622"/>
                  </a:lnTo>
                  <a:lnTo>
                    <a:pt x="1229" y="618"/>
                  </a:lnTo>
                  <a:lnTo>
                    <a:pt x="1219" y="610"/>
                  </a:lnTo>
                  <a:lnTo>
                    <a:pt x="1221" y="600"/>
                  </a:lnTo>
                  <a:lnTo>
                    <a:pt x="1213" y="600"/>
                  </a:lnTo>
                  <a:lnTo>
                    <a:pt x="1221" y="596"/>
                  </a:lnTo>
                  <a:lnTo>
                    <a:pt x="1207" y="590"/>
                  </a:lnTo>
                  <a:lnTo>
                    <a:pt x="1213" y="584"/>
                  </a:lnTo>
                  <a:lnTo>
                    <a:pt x="1203" y="582"/>
                  </a:lnTo>
                  <a:lnTo>
                    <a:pt x="1199" y="570"/>
                  </a:lnTo>
                  <a:lnTo>
                    <a:pt x="1197" y="570"/>
                  </a:lnTo>
                  <a:lnTo>
                    <a:pt x="1199" y="566"/>
                  </a:lnTo>
                  <a:lnTo>
                    <a:pt x="1193" y="554"/>
                  </a:lnTo>
                  <a:lnTo>
                    <a:pt x="1185" y="554"/>
                  </a:lnTo>
                  <a:lnTo>
                    <a:pt x="1171" y="578"/>
                  </a:lnTo>
                  <a:lnTo>
                    <a:pt x="1175" y="588"/>
                  </a:lnTo>
                  <a:lnTo>
                    <a:pt x="1167" y="592"/>
                  </a:lnTo>
                  <a:lnTo>
                    <a:pt x="1169" y="598"/>
                  </a:lnTo>
                  <a:lnTo>
                    <a:pt x="1167" y="606"/>
                  </a:lnTo>
                  <a:lnTo>
                    <a:pt x="1157" y="606"/>
                  </a:lnTo>
                  <a:lnTo>
                    <a:pt x="1161" y="610"/>
                  </a:lnTo>
                  <a:lnTo>
                    <a:pt x="1155" y="606"/>
                  </a:lnTo>
                  <a:lnTo>
                    <a:pt x="1149" y="622"/>
                  </a:lnTo>
                  <a:lnTo>
                    <a:pt x="1133" y="632"/>
                  </a:lnTo>
                  <a:lnTo>
                    <a:pt x="1131" y="620"/>
                  </a:lnTo>
                  <a:lnTo>
                    <a:pt x="1131" y="620"/>
                  </a:lnTo>
                  <a:lnTo>
                    <a:pt x="1131" y="618"/>
                  </a:lnTo>
                  <a:lnTo>
                    <a:pt x="1127" y="618"/>
                  </a:lnTo>
                  <a:lnTo>
                    <a:pt x="1125" y="622"/>
                  </a:lnTo>
                  <a:lnTo>
                    <a:pt x="1119" y="606"/>
                  </a:lnTo>
                  <a:lnTo>
                    <a:pt x="1101" y="610"/>
                  </a:lnTo>
                  <a:lnTo>
                    <a:pt x="1107" y="606"/>
                  </a:lnTo>
                  <a:lnTo>
                    <a:pt x="1101" y="598"/>
                  </a:lnTo>
                  <a:lnTo>
                    <a:pt x="1109" y="592"/>
                  </a:lnTo>
                  <a:lnTo>
                    <a:pt x="1099" y="590"/>
                  </a:lnTo>
                  <a:lnTo>
                    <a:pt x="1103" y="582"/>
                  </a:lnTo>
                  <a:lnTo>
                    <a:pt x="1097" y="570"/>
                  </a:lnTo>
                  <a:lnTo>
                    <a:pt x="1089" y="568"/>
                  </a:lnTo>
                  <a:lnTo>
                    <a:pt x="1105" y="568"/>
                  </a:lnTo>
                  <a:lnTo>
                    <a:pt x="1097" y="548"/>
                  </a:lnTo>
                  <a:lnTo>
                    <a:pt x="1103" y="532"/>
                  </a:lnTo>
                  <a:lnTo>
                    <a:pt x="1095" y="524"/>
                  </a:lnTo>
                  <a:lnTo>
                    <a:pt x="1087" y="530"/>
                  </a:lnTo>
                  <a:lnTo>
                    <a:pt x="1085" y="524"/>
                  </a:lnTo>
                  <a:lnTo>
                    <a:pt x="1061" y="522"/>
                  </a:lnTo>
                  <a:lnTo>
                    <a:pt x="1057" y="512"/>
                  </a:lnTo>
                  <a:lnTo>
                    <a:pt x="1067" y="504"/>
                  </a:lnTo>
                  <a:lnTo>
                    <a:pt x="1051" y="506"/>
                  </a:lnTo>
                  <a:lnTo>
                    <a:pt x="1051" y="504"/>
                  </a:lnTo>
                  <a:lnTo>
                    <a:pt x="1047" y="490"/>
                  </a:lnTo>
                  <a:lnTo>
                    <a:pt x="1039" y="494"/>
                  </a:lnTo>
                  <a:lnTo>
                    <a:pt x="1043" y="482"/>
                  </a:lnTo>
                  <a:lnTo>
                    <a:pt x="1017" y="468"/>
                  </a:lnTo>
                  <a:lnTo>
                    <a:pt x="993" y="482"/>
                  </a:lnTo>
                  <a:lnTo>
                    <a:pt x="947" y="464"/>
                  </a:lnTo>
                  <a:lnTo>
                    <a:pt x="931" y="480"/>
                  </a:lnTo>
                  <a:lnTo>
                    <a:pt x="935" y="500"/>
                  </a:lnTo>
                  <a:lnTo>
                    <a:pt x="945" y="502"/>
                  </a:lnTo>
                  <a:lnTo>
                    <a:pt x="933" y="538"/>
                  </a:lnTo>
                  <a:lnTo>
                    <a:pt x="939" y="540"/>
                  </a:lnTo>
                  <a:lnTo>
                    <a:pt x="939" y="540"/>
                  </a:lnTo>
                  <a:lnTo>
                    <a:pt x="941" y="552"/>
                  </a:lnTo>
                  <a:lnTo>
                    <a:pt x="945" y="562"/>
                  </a:lnTo>
                  <a:lnTo>
                    <a:pt x="941" y="572"/>
                  </a:lnTo>
                  <a:lnTo>
                    <a:pt x="949" y="572"/>
                  </a:lnTo>
                  <a:lnTo>
                    <a:pt x="947" y="578"/>
                  </a:lnTo>
                  <a:lnTo>
                    <a:pt x="941" y="578"/>
                  </a:lnTo>
                  <a:lnTo>
                    <a:pt x="941" y="592"/>
                  </a:lnTo>
                  <a:lnTo>
                    <a:pt x="921" y="600"/>
                  </a:lnTo>
                  <a:lnTo>
                    <a:pt x="921" y="612"/>
                  </a:lnTo>
                  <a:lnTo>
                    <a:pt x="945" y="632"/>
                  </a:lnTo>
                  <a:lnTo>
                    <a:pt x="957" y="676"/>
                  </a:lnTo>
                  <a:lnTo>
                    <a:pt x="959" y="702"/>
                  </a:lnTo>
                  <a:lnTo>
                    <a:pt x="943" y="730"/>
                  </a:lnTo>
                  <a:lnTo>
                    <a:pt x="905" y="758"/>
                  </a:lnTo>
                  <a:lnTo>
                    <a:pt x="917" y="778"/>
                  </a:lnTo>
                  <a:lnTo>
                    <a:pt x="923" y="824"/>
                  </a:lnTo>
                  <a:lnTo>
                    <a:pt x="929" y="830"/>
                  </a:lnTo>
                  <a:lnTo>
                    <a:pt x="915" y="842"/>
                  </a:lnTo>
                  <a:lnTo>
                    <a:pt x="923" y="852"/>
                  </a:lnTo>
                  <a:lnTo>
                    <a:pt x="921" y="856"/>
                  </a:lnTo>
                  <a:lnTo>
                    <a:pt x="911" y="848"/>
                  </a:lnTo>
                  <a:lnTo>
                    <a:pt x="909" y="850"/>
                  </a:lnTo>
                  <a:lnTo>
                    <a:pt x="907" y="852"/>
                  </a:lnTo>
                  <a:lnTo>
                    <a:pt x="903" y="854"/>
                  </a:lnTo>
                  <a:lnTo>
                    <a:pt x="903" y="860"/>
                  </a:lnTo>
                  <a:lnTo>
                    <a:pt x="893" y="854"/>
                  </a:lnTo>
                  <a:lnTo>
                    <a:pt x="893" y="856"/>
                  </a:lnTo>
                  <a:lnTo>
                    <a:pt x="891" y="844"/>
                  </a:lnTo>
                  <a:lnTo>
                    <a:pt x="879" y="834"/>
                  </a:lnTo>
                  <a:lnTo>
                    <a:pt x="869" y="834"/>
                  </a:lnTo>
                  <a:lnTo>
                    <a:pt x="877" y="828"/>
                  </a:lnTo>
                  <a:lnTo>
                    <a:pt x="863" y="810"/>
                  </a:lnTo>
                  <a:lnTo>
                    <a:pt x="891" y="822"/>
                  </a:lnTo>
                  <a:lnTo>
                    <a:pt x="881" y="800"/>
                  </a:lnTo>
                  <a:lnTo>
                    <a:pt x="861" y="800"/>
                  </a:lnTo>
                  <a:lnTo>
                    <a:pt x="861" y="802"/>
                  </a:lnTo>
                  <a:lnTo>
                    <a:pt x="861" y="798"/>
                  </a:lnTo>
                  <a:lnTo>
                    <a:pt x="857" y="772"/>
                  </a:lnTo>
                  <a:lnTo>
                    <a:pt x="859" y="738"/>
                  </a:lnTo>
                  <a:lnTo>
                    <a:pt x="803" y="732"/>
                  </a:lnTo>
                  <a:lnTo>
                    <a:pt x="803" y="730"/>
                  </a:lnTo>
                  <a:lnTo>
                    <a:pt x="789" y="718"/>
                  </a:lnTo>
                  <a:lnTo>
                    <a:pt x="759" y="710"/>
                  </a:lnTo>
                  <a:lnTo>
                    <a:pt x="747" y="692"/>
                  </a:lnTo>
                  <a:lnTo>
                    <a:pt x="729" y="680"/>
                  </a:lnTo>
                  <a:lnTo>
                    <a:pt x="691" y="664"/>
                  </a:lnTo>
                  <a:lnTo>
                    <a:pt x="669" y="672"/>
                  </a:lnTo>
                  <a:lnTo>
                    <a:pt x="669" y="658"/>
                  </a:lnTo>
                  <a:lnTo>
                    <a:pt x="653" y="614"/>
                  </a:lnTo>
                  <a:lnTo>
                    <a:pt x="635" y="610"/>
                  </a:lnTo>
                  <a:lnTo>
                    <a:pt x="633" y="610"/>
                  </a:lnTo>
                  <a:lnTo>
                    <a:pt x="625" y="596"/>
                  </a:lnTo>
                  <a:lnTo>
                    <a:pt x="625" y="550"/>
                  </a:lnTo>
                  <a:lnTo>
                    <a:pt x="637" y="522"/>
                  </a:lnTo>
                  <a:lnTo>
                    <a:pt x="631" y="516"/>
                  </a:lnTo>
                  <a:lnTo>
                    <a:pt x="647" y="506"/>
                  </a:lnTo>
                  <a:lnTo>
                    <a:pt x="653" y="498"/>
                  </a:lnTo>
                  <a:lnTo>
                    <a:pt x="651" y="496"/>
                  </a:lnTo>
                  <a:lnTo>
                    <a:pt x="653" y="496"/>
                  </a:lnTo>
                  <a:lnTo>
                    <a:pt x="657" y="486"/>
                  </a:lnTo>
                  <a:lnTo>
                    <a:pt x="667" y="492"/>
                  </a:lnTo>
                  <a:lnTo>
                    <a:pt x="667" y="470"/>
                  </a:lnTo>
                  <a:lnTo>
                    <a:pt x="677" y="470"/>
                  </a:lnTo>
                  <a:lnTo>
                    <a:pt x="677" y="464"/>
                  </a:lnTo>
                  <a:lnTo>
                    <a:pt x="671" y="462"/>
                  </a:lnTo>
                  <a:lnTo>
                    <a:pt x="671" y="458"/>
                  </a:lnTo>
                  <a:lnTo>
                    <a:pt x="687" y="460"/>
                  </a:lnTo>
                  <a:lnTo>
                    <a:pt x="703" y="450"/>
                  </a:lnTo>
                  <a:lnTo>
                    <a:pt x="699" y="430"/>
                  </a:lnTo>
                  <a:lnTo>
                    <a:pt x="701" y="432"/>
                  </a:lnTo>
                  <a:lnTo>
                    <a:pt x="713" y="422"/>
                  </a:lnTo>
                  <a:lnTo>
                    <a:pt x="715" y="412"/>
                  </a:lnTo>
                  <a:lnTo>
                    <a:pt x="719" y="412"/>
                  </a:lnTo>
                  <a:lnTo>
                    <a:pt x="719" y="406"/>
                  </a:lnTo>
                  <a:lnTo>
                    <a:pt x="729" y="410"/>
                  </a:lnTo>
                  <a:lnTo>
                    <a:pt x="751" y="402"/>
                  </a:lnTo>
                  <a:lnTo>
                    <a:pt x="775" y="352"/>
                  </a:lnTo>
                  <a:lnTo>
                    <a:pt x="759" y="350"/>
                  </a:lnTo>
                  <a:lnTo>
                    <a:pt x="765" y="348"/>
                  </a:lnTo>
                  <a:lnTo>
                    <a:pt x="791" y="314"/>
                  </a:lnTo>
                  <a:lnTo>
                    <a:pt x="789" y="302"/>
                  </a:lnTo>
                  <a:lnTo>
                    <a:pt x="779" y="300"/>
                  </a:lnTo>
                  <a:lnTo>
                    <a:pt x="781" y="294"/>
                  </a:lnTo>
                  <a:lnTo>
                    <a:pt x="799" y="294"/>
                  </a:lnTo>
                  <a:lnTo>
                    <a:pt x="801" y="308"/>
                  </a:lnTo>
                  <a:lnTo>
                    <a:pt x="817" y="312"/>
                  </a:lnTo>
                  <a:lnTo>
                    <a:pt x="815" y="314"/>
                  </a:lnTo>
                  <a:lnTo>
                    <a:pt x="823" y="330"/>
                  </a:lnTo>
                  <a:lnTo>
                    <a:pt x="837" y="338"/>
                  </a:lnTo>
                  <a:lnTo>
                    <a:pt x="841" y="334"/>
                  </a:lnTo>
                  <a:lnTo>
                    <a:pt x="829" y="318"/>
                  </a:lnTo>
                  <a:lnTo>
                    <a:pt x="817" y="312"/>
                  </a:lnTo>
                  <a:lnTo>
                    <a:pt x="819" y="312"/>
                  </a:lnTo>
                  <a:lnTo>
                    <a:pt x="819" y="306"/>
                  </a:lnTo>
                  <a:lnTo>
                    <a:pt x="837" y="318"/>
                  </a:lnTo>
                  <a:lnTo>
                    <a:pt x="825" y="292"/>
                  </a:lnTo>
                  <a:lnTo>
                    <a:pt x="827" y="290"/>
                  </a:lnTo>
                  <a:lnTo>
                    <a:pt x="837" y="304"/>
                  </a:lnTo>
                  <a:lnTo>
                    <a:pt x="853" y="292"/>
                  </a:lnTo>
                  <a:lnTo>
                    <a:pt x="879" y="262"/>
                  </a:lnTo>
                  <a:lnTo>
                    <a:pt x="879" y="246"/>
                  </a:lnTo>
                  <a:lnTo>
                    <a:pt x="863" y="226"/>
                  </a:lnTo>
                  <a:lnTo>
                    <a:pt x="867" y="208"/>
                  </a:lnTo>
                  <a:lnTo>
                    <a:pt x="861" y="210"/>
                  </a:lnTo>
                  <a:lnTo>
                    <a:pt x="861" y="206"/>
                  </a:lnTo>
                  <a:lnTo>
                    <a:pt x="857" y="200"/>
                  </a:lnTo>
                  <a:lnTo>
                    <a:pt x="859" y="198"/>
                  </a:lnTo>
                  <a:lnTo>
                    <a:pt x="865" y="206"/>
                  </a:lnTo>
                  <a:lnTo>
                    <a:pt x="877" y="194"/>
                  </a:lnTo>
                  <a:lnTo>
                    <a:pt x="879" y="178"/>
                  </a:lnTo>
                  <a:lnTo>
                    <a:pt x="869" y="176"/>
                  </a:lnTo>
                  <a:lnTo>
                    <a:pt x="881" y="164"/>
                  </a:lnTo>
                  <a:lnTo>
                    <a:pt x="859" y="158"/>
                  </a:lnTo>
                  <a:lnTo>
                    <a:pt x="853" y="148"/>
                  </a:lnTo>
                  <a:lnTo>
                    <a:pt x="857" y="146"/>
                  </a:lnTo>
                  <a:lnTo>
                    <a:pt x="853" y="132"/>
                  </a:lnTo>
                  <a:lnTo>
                    <a:pt x="795" y="126"/>
                  </a:lnTo>
                  <a:lnTo>
                    <a:pt x="795" y="156"/>
                  </a:lnTo>
                  <a:lnTo>
                    <a:pt x="809" y="170"/>
                  </a:lnTo>
                  <a:lnTo>
                    <a:pt x="799" y="180"/>
                  </a:lnTo>
                  <a:lnTo>
                    <a:pt x="805" y="182"/>
                  </a:lnTo>
                  <a:lnTo>
                    <a:pt x="789" y="188"/>
                  </a:lnTo>
                  <a:lnTo>
                    <a:pt x="789" y="204"/>
                  </a:lnTo>
                  <a:lnTo>
                    <a:pt x="779" y="228"/>
                  </a:lnTo>
                  <a:lnTo>
                    <a:pt x="777" y="206"/>
                  </a:lnTo>
                  <a:lnTo>
                    <a:pt x="767" y="210"/>
                  </a:lnTo>
                  <a:lnTo>
                    <a:pt x="767" y="230"/>
                  </a:lnTo>
                  <a:lnTo>
                    <a:pt x="775" y="236"/>
                  </a:lnTo>
                  <a:lnTo>
                    <a:pt x="775" y="250"/>
                  </a:lnTo>
                  <a:lnTo>
                    <a:pt x="763" y="256"/>
                  </a:lnTo>
                  <a:lnTo>
                    <a:pt x="745" y="224"/>
                  </a:lnTo>
                  <a:lnTo>
                    <a:pt x="747" y="210"/>
                  </a:lnTo>
                  <a:lnTo>
                    <a:pt x="757" y="210"/>
                  </a:lnTo>
                  <a:lnTo>
                    <a:pt x="747" y="176"/>
                  </a:lnTo>
                  <a:lnTo>
                    <a:pt x="731" y="154"/>
                  </a:lnTo>
                  <a:lnTo>
                    <a:pt x="721" y="156"/>
                  </a:lnTo>
                  <a:lnTo>
                    <a:pt x="713" y="170"/>
                  </a:lnTo>
                  <a:lnTo>
                    <a:pt x="713" y="186"/>
                  </a:lnTo>
                  <a:lnTo>
                    <a:pt x="707" y="202"/>
                  </a:lnTo>
                  <a:lnTo>
                    <a:pt x="705" y="196"/>
                  </a:lnTo>
                  <a:lnTo>
                    <a:pt x="707" y="180"/>
                  </a:lnTo>
                  <a:lnTo>
                    <a:pt x="693" y="156"/>
                  </a:lnTo>
                  <a:lnTo>
                    <a:pt x="697" y="158"/>
                  </a:lnTo>
                  <a:lnTo>
                    <a:pt x="699" y="142"/>
                  </a:lnTo>
                  <a:lnTo>
                    <a:pt x="665" y="134"/>
                  </a:lnTo>
                  <a:lnTo>
                    <a:pt x="679" y="120"/>
                  </a:lnTo>
                  <a:lnTo>
                    <a:pt x="673" y="112"/>
                  </a:lnTo>
                  <a:lnTo>
                    <a:pt x="689" y="114"/>
                  </a:lnTo>
                  <a:lnTo>
                    <a:pt x="659" y="72"/>
                  </a:lnTo>
                  <a:lnTo>
                    <a:pt x="657" y="44"/>
                  </a:lnTo>
                  <a:lnTo>
                    <a:pt x="645" y="28"/>
                  </a:lnTo>
                  <a:lnTo>
                    <a:pt x="643" y="12"/>
                  </a:lnTo>
                  <a:lnTo>
                    <a:pt x="631" y="18"/>
                  </a:lnTo>
                  <a:lnTo>
                    <a:pt x="629" y="16"/>
                  </a:lnTo>
                  <a:lnTo>
                    <a:pt x="631" y="6"/>
                  </a:lnTo>
                  <a:lnTo>
                    <a:pt x="623" y="4"/>
                  </a:lnTo>
                  <a:lnTo>
                    <a:pt x="635" y="0"/>
                  </a:lnTo>
                  <a:lnTo>
                    <a:pt x="611" y="0"/>
                  </a:lnTo>
                  <a:lnTo>
                    <a:pt x="611" y="0"/>
                  </a:lnTo>
                  <a:lnTo>
                    <a:pt x="617" y="4"/>
                  </a:lnTo>
                  <a:lnTo>
                    <a:pt x="601" y="28"/>
                  </a:lnTo>
                  <a:lnTo>
                    <a:pt x="607" y="36"/>
                  </a:lnTo>
                  <a:lnTo>
                    <a:pt x="605" y="40"/>
                  </a:lnTo>
                  <a:lnTo>
                    <a:pt x="601" y="36"/>
                  </a:lnTo>
                  <a:lnTo>
                    <a:pt x="591" y="44"/>
                  </a:lnTo>
                  <a:lnTo>
                    <a:pt x="589" y="72"/>
                  </a:lnTo>
                  <a:lnTo>
                    <a:pt x="597" y="82"/>
                  </a:lnTo>
                  <a:lnTo>
                    <a:pt x="585" y="96"/>
                  </a:lnTo>
                  <a:lnTo>
                    <a:pt x="585" y="114"/>
                  </a:lnTo>
                  <a:lnTo>
                    <a:pt x="629" y="150"/>
                  </a:lnTo>
                  <a:lnTo>
                    <a:pt x="633" y="150"/>
                  </a:lnTo>
                  <a:lnTo>
                    <a:pt x="631" y="150"/>
                  </a:lnTo>
                  <a:lnTo>
                    <a:pt x="621" y="188"/>
                  </a:lnTo>
                  <a:lnTo>
                    <a:pt x="637" y="186"/>
                  </a:lnTo>
                  <a:lnTo>
                    <a:pt x="639" y="182"/>
                  </a:lnTo>
                  <a:lnTo>
                    <a:pt x="643" y="192"/>
                  </a:lnTo>
                  <a:lnTo>
                    <a:pt x="623" y="216"/>
                  </a:lnTo>
                  <a:lnTo>
                    <a:pt x="603" y="214"/>
                  </a:lnTo>
                  <a:lnTo>
                    <a:pt x="607" y="222"/>
                  </a:lnTo>
                  <a:lnTo>
                    <a:pt x="603" y="236"/>
                  </a:lnTo>
                  <a:lnTo>
                    <a:pt x="609" y="244"/>
                  </a:lnTo>
                  <a:lnTo>
                    <a:pt x="609" y="248"/>
                  </a:lnTo>
                  <a:lnTo>
                    <a:pt x="603" y="252"/>
                  </a:lnTo>
                  <a:lnTo>
                    <a:pt x="603" y="246"/>
                  </a:lnTo>
                  <a:lnTo>
                    <a:pt x="597" y="244"/>
                  </a:lnTo>
                  <a:lnTo>
                    <a:pt x="603" y="238"/>
                  </a:lnTo>
                  <a:lnTo>
                    <a:pt x="599" y="234"/>
                  </a:lnTo>
                  <a:lnTo>
                    <a:pt x="603" y="202"/>
                  </a:lnTo>
                  <a:lnTo>
                    <a:pt x="591" y="214"/>
                  </a:lnTo>
                  <a:lnTo>
                    <a:pt x="593" y="204"/>
                  </a:lnTo>
                  <a:lnTo>
                    <a:pt x="583" y="204"/>
                  </a:lnTo>
                  <a:lnTo>
                    <a:pt x="577" y="194"/>
                  </a:lnTo>
                  <a:lnTo>
                    <a:pt x="595" y="200"/>
                  </a:lnTo>
                  <a:lnTo>
                    <a:pt x="617" y="182"/>
                  </a:lnTo>
                  <a:lnTo>
                    <a:pt x="613" y="178"/>
                  </a:lnTo>
                  <a:lnTo>
                    <a:pt x="611" y="180"/>
                  </a:lnTo>
                  <a:lnTo>
                    <a:pt x="585" y="140"/>
                  </a:lnTo>
                  <a:lnTo>
                    <a:pt x="563" y="118"/>
                  </a:lnTo>
                  <a:lnTo>
                    <a:pt x="553" y="140"/>
                  </a:lnTo>
                  <a:lnTo>
                    <a:pt x="555" y="142"/>
                  </a:lnTo>
                  <a:lnTo>
                    <a:pt x="549" y="142"/>
                  </a:lnTo>
                  <a:lnTo>
                    <a:pt x="551" y="154"/>
                  </a:lnTo>
                  <a:lnTo>
                    <a:pt x="533" y="166"/>
                  </a:lnTo>
                  <a:lnTo>
                    <a:pt x="531" y="178"/>
                  </a:lnTo>
                  <a:lnTo>
                    <a:pt x="575" y="194"/>
                  </a:lnTo>
                  <a:lnTo>
                    <a:pt x="545" y="200"/>
                  </a:lnTo>
                  <a:lnTo>
                    <a:pt x="553" y="214"/>
                  </a:lnTo>
                  <a:lnTo>
                    <a:pt x="545" y="220"/>
                  </a:lnTo>
                  <a:lnTo>
                    <a:pt x="551" y="230"/>
                  </a:lnTo>
                  <a:lnTo>
                    <a:pt x="517" y="226"/>
                  </a:lnTo>
                  <a:lnTo>
                    <a:pt x="484" y="234"/>
                  </a:lnTo>
                  <a:lnTo>
                    <a:pt x="464" y="212"/>
                  </a:lnTo>
                  <a:lnTo>
                    <a:pt x="440" y="214"/>
                  </a:lnTo>
                  <a:lnTo>
                    <a:pt x="440" y="208"/>
                  </a:lnTo>
                  <a:lnTo>
                    <a:pt x="424" y="198"/>
                  </a:lnTo>
                  <a:lnTo>
                    <a:pt x="426" y="196"/>
                  </a:lnTo>
                  <a:lnTo>
                    <a:pt x="420" y="186"/>
                  </a:lnTo>
                  <a:lnTo>
                    <a:pt x="424" y="184"/>
                  </a:lnTo>
                  <a:lnTo>
                    <a:pt x="408" y="168"/>
                  </a:lnTo>
                  <a:lnTo>
                    <a:pt x="366" y="186"/>
                  </a:lnTo>
                  <a:lnTo>
                    <a:pt x="356" y="204"/>
                  </a:lnTo>
                  <a:lnTo>
                    <a:pt x="374" y="218"/>
                  </a:lnTo>
                  <a:lnTo>
                    <a:pt x="386" y="212"/>
                  </a:lnTo>
                  <a:lnTo>
                    <a:pt x="380" y="206"/>
                  </a:lnTo>
                  <a:lnTo>
                    <a:pt x="382" y="206"/>
                  </a:lnTo>
                  <a:lnTo>
                    <a:pt x="396" y="210"/>
                  </a:lnTo>
                  <a:lnTo>
                    <a:pt x="380" y="216"/>
                  </a:lnTo>
                  <a:lnTo>
                    <a:pt x="376" y="224"/>
                  </a:lnTo>
                  <a:lnTo>
                    <a:pt x="378" y="224"/>
                  </a:lnTo>
                  <a:lnTo>
                    <a:pt x="370" y="234"/>
                  </a:lnTo>
                  <a:lnTo>
                    <a:pt x="384" y="264"/>
                  </a:lnTo>
                  <a:lnTo>
                    <a:pt x="382" y="266"/>
                  </a:lnTo>
                  <a:lnTo>
                    <a:pt x="386" y="272"/>
                  </a:lnTo>
                  <a:lnTo>
                    <a:pt x="376" y="272"/>
                  </a:lnTo>
                  <a:lnTo>
                    <a:pt x="376" y="276"/>
                  </a:lnTo>
                  <a:lnTo>
                    <a:pt x="370" y="268"/>
                  </a:lnTo>
                  <a:lnTo>
                    <a:pt x="380" y="266"/>
                  </a:lnTo>
                  <a:lnTo>
                    <a:pt x="376" y="252"/>
                  </a:lnTo>
                  <a:lnTo>
                    <a:pt x="366" y="248"/>
                  </a:lnTo>
                  <a:lnTo>
                    <a:pt x="364" y="238"/>
                  </a:lnTo>
                  <a:lnTo>
                    <a:pt x="360" y="238"/>
                  </a:lnTo>
                  <a:lnTo>
                    <a:pt x="360" y="238"/>
                  </a:lnTo>
                  <a:lnTo>
                    <a:pt x="358" y="232"/>
                  </a:lnTo>
                  <a:lnTo>
                    <a:pt x="344" y="232"/>
                  </a:lnTo>
                  <a:lnTo>
                    <a:pt x="336" y="216"/>
                  </a:lnTo>
                  <a:lnTo>
                    <a:pt x="302" y="234"/>
                  </a:lnTo>
                  <a:lnTo>
                    <a:pt x="250" y="232"/>
                  </a:lnTo>
                  <a:lnTo>
                    <a:pt x="236" y="224"/>
                  </a:lnTo>
                  <a:lnTo>
                    <a:pt x="240" y="222"/>
                  </a:lnTo>
                  <a:lnTo>
                    <a:pt x="240" y="214"/>
                  </a:lnTo>
                  <a:lnTo>
                    <a:pt x="256" y="210"/>
                  </a:lnTo>
                  <a:lnTo>
                    <a:pt x="264" y="210"/>
                  </a:lnTo>
                  <a:lnTo>
                    <a:pt x="260" y="192"/>
                  </a:lnTo>
                  <a:lnTo>
                    <a:pt x="240" y="170"/>
                  </a:lnTo>
                  <a:lnTo>
                    <a:pt x="216" y="168"/>
                  </a:lnTo>
                  <a:lnTo>
                    <a:pt x="220" y="176"/>
                  </a:lnTo>
                  <a:lnTo>
                    <a:pt x="206" y="172"/>
                  </a:lnTo>
                  <a:lnTo>
                    <a:pt x="148" y="148"/>
                  </a:lnTo>
                  <a:lnTo>
                    <a:pt x="116" y="126"/>
                  </a:lnTo>
                  <a:lnTo>
                    <a:pt x="90" y="126"/>
                  </a:lnTo>
                  <a:lnTo>
                    <a:pt x="82" y="148"/>
                  </a:lnTo>
                  <a:lnTo>
                    <a:pt x="68" y="148"/>
                  </a:lnTo>
                  <a:lnTo>
                    <a:pt x="78" y="130"/>
                  </a:lnTo>
                  <a:lnTo>
                    <a:pt x="68" y="130"/>
                  </a:lnTo>
                  <a:lnTo>
                    <a:pt x="68" y="108"/>
                  </a:lnTo>
                  <a:lnTo>
                    <a:pt x="56" y="108"/>
                  </a:lnTo>
                  <a:lnTo>
                    <a:pt x="60" y="116"/>
                  </a:lnTo>
                  <a:lnTo>
                    <a:pt x="58" y="114"/>
                  </a:lnTo>
                  <a:lnTo>
                    <a:pt x="42" y="140"/>
                  </a:lnTo>
                  <a:lnTo>
                    <a:pt x="46" y="142"/>
                  </a:lnTo>
                  <a:lnTo>
                    <a:pt x="42" y="146"/>
                  </a:lnTo>
                  <a:lnTo>
                    <a:pt x="36" y="148"/>
                  </a:lnTo>
                  <a:lnTo>
                    <a:pt x="24" y="132"/>
                  </a:lnTo>
                  <a:lnTo>
                    <a:pt x="14" y="100"/>
                  </a:lnTo>
                  <a:lnTo>
                    <a:pt x="0" y="86"/>
                  </a:lnTo>
                  <a:lnTo>
                    <a:pt x="0" y="840"/>
                  </a:lnTo>
                  <a:close/>
                  <a:moveTo>
                    <a:pt x="96" y="966"/>
                  </a:moveTo>
                  <a:lnTo>
                    <a:pt x="102" y="956"/>
                  </a:lnTo>
                  <a:lnTo>
                    <a:pt x="102" y="948"/>
                  </a:lnTo>
                  <a:lnTo>
                    <a:pt x="86" y="944"/>
                  </a:lnTo>
                  <a:lnTo>
                    <a:pt x="90" y="942"/>
                  </a:lnTo>
                  <a:lnTo>
                    <a:pt x="80" y="922"/>
                  </a:lnTo>
                  <a:lnTo>
                    <a:pt x="62" y="910"/>
                  </a:lnTo>
                  <a:lnTo>
                    <a:pt x="46" y="884"/>
                  </a:lnTo>
                  <a:lnTo>
                    <a:pt x="60" y="886"/>
                  </a:lnTo>
                  <a:lnTo>
                    <a:pt x="58" y="894"/>
                  </a:lnTo>
                  <a:lnTo>
                    <a:pt x="60" y="900"/>
                  </a:lnTo>
                  <a:lnTo>
                    <a:pt x="70" y="906"/>
                  </a:lnTo>
                  <a:lnTo>
                    <a:pt x="78" y="904"/>
                  </a:lnTo>
                  <a:lnTo>
                    <a:pt x="78" y="904"/>
                  </a:lnTo>
                  <a:lnTo>
                    <a:pt x="80" y="906"/>
                  </a:lnTo>
                  <a:lnTo>
                    <a:pt x="80" y="920"/>
                  </a:lnTo>
                  <a:lnTo>
                    <a:pt x="86" y="912"/>
                  </a:lnTo>
                  <a:lnTo>
                    <a:pt x="86" y="920"/>
                  </a:lnTo>
                  <a:lnTo>
                    <a:pt x="90" y="920"/>
                  </a:lnTo>
                  <a:lnTo>
                    <a:pt x="90" y="920"/>
                  </a:lnTo>
                  <a:lnTo>
                    <a:pt x="92" y="924"/>
                  </a:lnTo>
                  <a:lnTo>
                    <a:pt x="90" y="924"/>
                  </a:lnTo>
                  <a:lnTo>
                    <a:pt x="96" y="928"/>
                  </a:lnTo>
                  <a:lnTo>
                    <a:pt x="96" y="928"/>
                  </a:lnTo>
                  <a:lnTo>
                    <a:pt x="96" y="928"/>
                  </a:lnTo>
                  <a:lnTo>
                    <a:pt x="104" y="934"/>
                  </a:lnTo>
                  <a:lnTo>
                    <a:pt x="98" y="942"/>
                  </a:lnTo>
                  <a:lnTo>
                    <a:pt x="104" y="946"/>
                  </a:lnTo>
                  <a:lnTo>
                    <a:pt x="104" y="956"/>
                  </a:lnTo>
                  <a:lnTo>
                    <a:pt x="96" y="966"/>
                  </a:lnTo>
                  <a:close/>
                  <a:moveTo>
                    <a:pt x="402" y="208"/>
                  </a:moveTo>
                  <a:lnTo>
                    <a:pt x="402" y="208"/>
                  </a:lnTo>
                  <a:lnTo>
                    <a:pt x="404" y="198"/>
                  </a:lnTo>
                  <a:lnTo>
                    <a:pt x="406" y="198"/>
                  </a:lnTo>
                  <a:lnTo>
                    <a:pt x="402" y="208"/>
                  </a:lnTo>
                  <a:close/>
                  <a:moveTo>
                    <a:pt x="1484" y="2012"/>
                  </a:moveTo>
                  <a:lnTo>
                    <a:pt x="1481" y="2020"/>
                  </a:lnTo>
                  <a:lnTo>
                    <a:pt x="1481" y="2014"/>
                  </a:lnTo>
                  <a:lnTo>
                    <a:pt x="1484" y="2012"/>
                  </a:lnTo>
                  <a:close/>
                  <a:moveTo>
                    <a:pt x="1453" y="2002"/>
                  </a:moveTo>
                  <a:lnTo>
                    <a:pt x="1453" y="2000"/>
                  </a:lnTo>
                  <a:lnTo>
                    <a:pt x="1453" y="2002"/>
                  </a:lnTo>
                  <a:lnTo>
                    <a:pt x="1453" y="2002"/>
                  </a:lnTo>
                  <a:close/>
                  <a:moveTo>
                    <a:pt x="1457" y="2014"/>
                  </a:moveTo>
                  <a:lnTo>
                    <a:pt x="1457" y="2014"/>
                  </a:lnTo>
                  <a:lnTo>
                    <a:pt x="1459" y="2014"/>
                  </a:lnTo>
                  <a:lnTo>
                    <a:pt x="1457" y="2014"/>
                  </a:lnTo>
                  <a:close/>
                  <a:moveTo>
                    <a:pt x="1457" y="1976"/>
                  </a:moveTo>
                  <a:lnTo>
                    <a:pt x="1459" y="1982"/>
                  </a:lnTo>
                  <a:lnTo>
                    <a:pt x="1465" y="1984"/>
                  </a:lnTo>
                  <a:lnTo>
                    <a:pt x="1461" y="1984"/>
                  </a:lnTo>
                  <a:lnTo>
                    <a:pt x="1457" y="1986"/>
                  </a:lnTo>
                  <a:lnTo>
                    <a:pt x="1457" y="1984"/>
                  </a:lnTo>
                  <a:lnTo>
                    <a:pt x="1457" y="1984"/>
                  </a:lnTo>
                  <a:lnTo>
                    <a:pt x="1455" y="1980"/>
                  </a:lnTo>
                  <a:lnTo>
                    <a:pt x="1451" y="1982"/>
                  </a:lnTo>
                  <a:lnTo>
                    <a:pt x="1457" y="1976"/>
                  </a:lnTo>
                  <a:close/>
                  <a:moveTo>
                    <a:pt x="1453" y="1994"/>
                  </a:moveTo>
                  <a:lnTo>
                    <a:pt x="1453" y="1996"/>
                  </a:lnTo>
                  <a:lnTo>
                    <a:pt x="1451" y="1994"/>
                  </a:lnTo>
                  <a:lnTo>
                    <a:pt x="1451" y="1996"/>
                  </a:lnTo>
                  <a:lnTo>
                    <a:pt x="1453" y="1994"/>
                  </a:lnTo>
                  <a:close/>
                  <a:moveTo>
                    <a:pt x="1445" y="2000"/>
                  </a:moveTo>
                  <a:lnTo>
                    <a:pt x="1443" y="2000"/>
                  </a:lnTo>
                  <a:lnTo>
                    <a:pt x="1443" y="1994"/>
                  </a:lnTo>
                  <a:lnTo>
                    <a:pt x="1445" y="2000"/>
                  </a:lnTo>
                  <a:close/>
                  <a:moveTo>
                    <a:pt x="1059" y="1786"/>
                  </a:moveTo>
                  <a:lnTo>
                    <a:pt x="1059" y="1788"/>
                  </a:lnTo>
                  <a:lnTo>
                    <a:pt x="1067" y="1798"/>
                  </a:lnTo>
                  <a:lnTo>
                    <a:pt x="1067" y="1804"/>
                  </a:lnTo>
                  <a:lnTo>
                    <a:pt x="1061" y="1810"/>
                  </a:lnTo>
                  <a:lnTo>
                    <a:pt x="1055" y="1800"/>
                  </a:lnTo>
                  <a:lnTo>
                    <a:pt x="1055" y="1794"/>
                  </a:lnTo>
                  <a:lnTo>
                    <a:pt x="1059" y="1786"/>
                  </a:lnTo>
                  <a:close/>
                  <a:moveTo>
                    <a:pt x="575" y="236"/>
                  </a:moveTo>
                  <a:lnTo>
                    <a:pt x="575" y="238"/>
                  </a:lnTo>
                  <a:lnTo>
                    <a:pt x="561" y="232"/>
                  </a:lnTo>
                  <a:lnTo>
                    <a:pt x="561" y="232"/>
                  </a:lnTo>
                  <a:lnTo>
                    <a:pt x="575" y="228"/>
                  </a:lnTo>
                  <a:lnTo>
                    <a:pt x="575" y="236"/>
                  </a:lnTo>
                  <a:close/>
                  <a:moveTo>
                    <a:pt x="1275" y="790"/>
                  </a:moveTo>
                  <a:lnTo>
                    <a:pt x="1277" y="790"/>
                  </a:lnTo>
                  <a:lnTo>
                    <a:pt x="1281" y="780"/>
                  </a:lnTo>
                  <a:lnTo>
                    <a:pt x="1299" y="776"/>
                  </a:lnTo>
                  <a:lnTo>
                    <a:pt x="1275" y="792"/>
                  </a:lnTo>
                  <a:lnTo>
                    <a:pt x="1275" y="790"/>
                  </a:lnTo>
                  <a:close/>
                  <a:moveTo>
                    <a:pt x="1035" y="1134"/>
                  </a:moveTo>
                  <a:lnTo>
                    <a:pt x="1043" y="1134"/>
                  </a:lnTo>
                  <a:lnTo>
                    <a:pt x="1031" y="1138"/>
                  </a:lnTo>
                  <a:lnTo>
                    <a:pt x="1035" y="1134"/>
                  </a:lnTo>
                  <a:close/>
                  <a:moveTo>
                    <a:pt x="1015" y="1148"/>
                  </a:moveTo>
                  <a:lnTo>
                    <a:pt x="1015" y="1148"/>
                  </a:lnTo>
                  <a:lnTo>
                    <a:pt x="1013" y="1148"/>
                  </a:lnTo>
                  <a:lnTo>
                    <a:pt x="1015" y="1148"/>
                  </a:lnTo>
                  <a:close/>
                  <a:moveTo>
                    <a:pt x="805" y="1016"/>
                  </a:moveTo>
                  <a:lnTo>
                    <a:pt x="805" y="1024"/>
                  </a:lnTo>
                  <a:lnTo>
                    <a:pt x="795" y="1026"/>
                  </a:lnTo>
                  <a:lnTo>
                    <a:pt x="795" y="1030"/>
                  </a:lnTo>
                  <a:lnTo>
                    <a:pt x="795" y="1028"/>
                  </a:lnTo>
                  <a:lnTo>
                    <a:pt x="781" y="1044"/>
                  </a:lnTo>
                  <a:lnTo>
                    <a:pt x="775" y="1072"/>
                  </a:lnTo>
                  <a:lnTo>
                    <a:pt x="781" y="1086"/>
                  </a:lnTo>
                  <a:lnTo>
                    <a:pt x="781" y="1098"/>
                  </a:lnTo>
                  <a:lnTo>
                    <a:pt x="773" y="1114"/>
                  </a:lnTo>
                  <a:lnTo>
                    <a:pt x="765" y="1120"/>
                  </a:lnTo>
                  <a:lnTo>
                    <a:pt x="761" y="1116"/>
                  </a:lnTo>
                  <a:lnTo>
                    <a:pt x="755" y="1106"/>
                  </a:lnTo>
                  <a:lnTo>
                    <a:pt x="755" y="1084"/>
                  </a:lnTo>
                  <a:lnTo>
                    <a:pt x="763" y="1050"/>
                  </a:lnTo>
                  <a:lnTo>
                    <a:pt x="771" y="1032"/>
                  </a:lnTo>
                  <a:lnTo>
                    <a:pt x="767" y="1024"/>
                  </a:lnTo>
                  <a:lnTo>
                    <a:pt x="767" y="1022"/>
                  </a:lnTo>
                  <a:lnTo>
                    <a:pt x="773" y="1018"/>
                  </a:lnTo>
                  <a:lnTo>
                    <a:pt x="773" y="1022"/>
                  </a:lnTo>
                  <a:lnTo>
                    <a:pt x="801" y="1010"/>
                  </a:lnTo>
                  <a:lnTo>
                    <a:pt x="809" y="1016"/>
                  </a:lnTo>
                  <a:lnTo>
                    <a:pt x="805" y="1016"/>
                  </a:lnTo>
                  <a:close/>
                  <a:moveTo>
                    <a:pt x="755" y="1042"/>
                  </a:moveTo>
                  <a:lnTo>
                    <a:pt x="763" y="1030"/>
                  </a:lnTo>
                  <a:lnTo>
                    <a:pt x="759" y="1040"/>
                  </a:lnTo>
                  <a:lnTo>
                    <a:pt x="755" y="1042"/>
                  </a:lnTo>
                  <a:close/>
                  <a:moveTo>
                    <a:pt x="995" y="1184"/>
                  </a:moveTo>
                  <a:lnTo>
                    <a:pt x="997" y="1194"/>
                  </a:lnTo>
                  <a:lnTo>
                    <a:pt x="991" y="1180"/>
                  </a:lnTo>
                  <a:lnTo>
                    <a:pt x="995" y="1184"/>
                  </a:lnTo>
                  <a:close/>
                  <a:moveTo>
                    <a:pt x="975" y="1224"/>
                  </a:moveTo>
                  <a:lnTo>
                    <a:pt x="977" y="1234"/>
                  </a:lnTo>
                  <a:lnTo>
                    <a:pt x="975" y="1234"/>
                  </a:lnTo>
                  <a:lnTo>
                    <a:pt x="971" y="1220"/>
                  </a:lnTo>
                  <a:lnTo>
                    <a:pt x="975" y="1216"/>
                  </a:lnTo>
                  <a:lnTo>
                    <a:pt x="971" y="1212"/>
                  </a:lnTo>
                  <a:lnTo>
                    <a:pt x="975" y="1216"/>
                  </a:lnTo>
                  <a:lnTo>
                    <a:pt x="973" y="1208"/>
                  </a:lnTo>
                  <a:lnTo>
                    <a:pt x="969" y="1200"/>
                  </a:lnTo>
                  <a:lnTo>
                    <a:pt x="969" y="1192"/>
                  </a:lnTo>
                  <a:lnTo>
                    <a:pt x="971" y="1192"/>
                  </a:lnTo>
                  <a:lnTo>
                    <a:pt x="969" y="1202"/>
                  </a:lnTo>
                  <a:lnTo>
                    <a:pt x="981" y="1214"/>
                  </a:lnTo>
                  <a:lnTo>
                    <a:pt x="975" y="1224"/>
                  </a:lnTo>
                  <a:close/>
                  <a:moveTo>
                    <a:pt x="969" y="1190"/>
                  </a:moveTo>
                  <a:lnTo>
                    <a:pt x="969" y="1184"/>
                  </a:lnTo>
                  <a:lnTo>
                    <a:pt x="973" y="1180"/>
                  </a:lnTo>
                  <a:lnTo>
                    <a:pt x="969" y="1190"/>
                  </a:lnTo>
                  <a:close/>
                  <a:moveTo>
                    <a:pt x="917" y="1072"/>
                  </a:moveTo>
                  <a:lnTo>
                    <a:pt x="937" y="1066"/>
                  </a:lnTo>
                  <a:lnTo>
                    <a:pt x="961" y="1068"/>
                  </a:lnTo>
                  <a:lnTo>
                    <a:pt x="959" y="1062"/>
                  </a:lnTo>
                  <a:lnTo>
                    <a:pt x="959" y="1062"/>
                  </a:lnTo>
                  <a:lnTo>
                    <a:pt x="969" y="1058"/>
                  </a:lnTo>
                  <a:lnTo>
                    <a:pt x="965" y="1060"/>
                  </a:lnTo>
                  <a:lnTo>
                    <a:pt x="971" y="1064"/>
                  </a:lnTo>
                  <a:lnTo>
                    <a:pt x="969" y="1066"/>
                  </a:lnTo>
                  <a:lnTo>
                    <a:pt x="971" y="1072"/>
                  </a:lnTo>
                  <a:lnTo>
                    <a:pt x="959" y="1078"/>
                  </a:lnTo>
                  <a:lnTo>
                    <a:pt x="935" y="1074"/>
                  </a:lnTo>
                  <a:lnTo>
                    <a:pt x="919" y="1080"/>
                  </a:lnTo>
                  <a:lnTo>
                    <a:pt x="911" y="1080"/>
                  </a:lnTo>
                  <a:lnTo>
                    <a:pt x="917" y="1072"/>
                  </a:lnTo>
                  <a:close/>
                  <a:moveTo>
                    <a:pt x="915" y="1096"/>
                  </a:moveTo>
                  <a:lnTo>
                    <a:pt x="901" y="1106"/>
                  </a:lnTo>
                  <a:lnTo>
                    <a:pt x="867" y="1122"/>
                  </a:lnTo>
                  <a:lnTo>
                    <a:pt x="845" y="1122"/>
                  </a:lnTo>
                  <a:lnTo>
                    <a:pt x="841" y="1120"/>
                  </a:lnTo>
                  <a:lnTo>
                    <a:pt x="843" y="1116"/>
                  </a:lnTo>
                  <a:lnTo>
                    <a:pt x="855" y="1116"/>
                  </a:lnTo>
                  <a:lnTo>
                    <a:pt x="879" y="1100"/>
                  </a:lnTo>
                  <a:lnTo>
                    <a:pt x="891" y="1102"/>
                  </a:lnTo>
                  <a:lnTo>
                    <a:pt x="899" y="1096"/>
                  </a:lnTo>
                  <a:lnTo>
                    <a:pt x="915" y="1096"/>
                  </a:lnTo>
                  <a:close/>
                  <a:moveTo>
                    <a:pt x="849" y="1102"/>
                  </a:moveTo>
                  <a:lnTo>
                    <a:pt x="851" y="1102"/>
                  </a:lnTo>
                  <a:lnTo>
                    <a:pt x="851" y="1102"/>
                  </a:lnTo>
                  <a:lnTo>
                    <a:pt x="849" y="1102"/>
                  </a:lnTo>
                  <a:close/>
                  <a:moveTo>
                    <a:pt x="825" y="1004"/>
                  </a:moveTo>
                  <a:lnTo>
                    <a:pt x="857" y="1010"/>
                  </a:lnTo>
                  <a:lnTo>
                    <a:pt x="841" y="1010"/>
                  </a:lnTo>
                  <a:lnTo>
                    <a:pt x="841" y="1014"/>
                  </a:lnTo>
                  <a:lnTo>
                    <a:pt x="865" y="1024"/>
                  </a:lnTo>
                  <a:lnTo>
                    <a:pt x="869" y="1020"/>
                  </a:lnTo>
                  <a:lnTo>
                    <a:pt x="867" y="1012"/>
                  </a:lnTo>
                  <a:lnTo>
                    <a:pt x="885" y="1014"/>
                  </a:lnTo>
                  <a:lnTo>
                    <a:pt x="897" y="1028"/>
                  </a:lnTo>
                  <a:lnTo>
                    <a:pt x="897" y="1034"/>
                  </a:lnTo>
                  <a:lnTo>
                    <a:pt x="899" y="1036"/>
                  </a:lnTo>
                  <a:lnTo>
                    <a:pt x="897" y="1036"/>
                  </a:lnTo>
                  <a:lnTo>
                    <a:pt x="897" y="1044"/>
                  </a:lnTo>
                  <a:lnTo>
                    <a:pt x="887" y="1040"/>
                  </a:lnTo>
                  <a:lnTo>
                    <a:pt x="885" y="1042"/>
                  </a:lnTo>
                  <a:lnTo>
                    <a:pt x="885" y="1034"/>
                  </a:lnTo>
                  <a:lnTo>
                    <a:pt x="881" y="1034"/>
                  </a:lnTo>
                  <a:lnTo>
                    <a:pt x="879" y="1028"/>
                  </a:lnTo>
                  <a:lnTo>
                    <a:pt x="865" y="1026"/>
                  </a:lnTo>
                  <a:lnTo>
                    <a:pt x="871" y="1042"/>
                  </a:lnTo>
                  <a:lnTo>
                    <a:pt x="865" y="1058"/>
                  </a:lnTo>
                  <a:lnTo>
                    <a:pt x="865" y="1078"/>
                  </a:lnTo>
                  <a:lnTo>
                    <a:pt x="855" y="1082"/>
                  </a:lnTo>
                  <a:lnTo>
                    <a:pt x="847" y="1058"/>
                  </a:lnTo>
                  <a:lnTo>
                    <a:pt x="845" y="1058"/>
                  </a:lnTo>
                  <a:lnTo>
                    <a:pt x="837" y="1062"/>
                  </a:lnTo>
                  <a:lnTo>
                    <a:pt x="831" y="1068"/>
                  </a:lnTo>
                  <a:lnTo>
                    <a:pt x="841" y="1052"/>
                  </a:lnTo>
                  <a:lnTo>
                    <a:pt x="837" y="1026"/>
                  </a:lnTo>
                  <a:lnTo>
                    <a:pt x="817" y="1016"/>
                  </a:lnTo>
                  <a:lnTo>
                    <a:pt x="813" y="1016"/>
                  </a:lnTo>
                  <a:lnTo>
                    <a:pt x="815" y="1012"/>
                  </a:lnTo>
                  <a:lnTo>
                    <a:pt x="831" y="1012"/>
                  </a:lnTo>
                  <a:lnTo>
                    <a:pt x="825" y="1004"/>
                  </a:lnTo>
                  <a:close/>
                  <a:moveTo>
                    <a:pt x="689" y="978"/>
                  </a:moveTo>
                  <a:lnTo>
                    <a:pt x="719" y="958"/>
                  </a:lnTo>
                  <a:lnTo>
                    <a:pt x="727" y="952"/>
                  </a:lnTo>
                  <a:lnTo>
                    <a:pt x="733" y="944"/>
                  </a:lnTo>
                  <a:lnTo>
                    <a:pt x="735" y="950"/>
                  </a:lnTo>
                  <a:lnTo>
                    <a:pt x="741" y="942"/>
                  </a:lnTo>
                  <a:lnTo>
                    <a:pt x="741" y="942"/>
                  </a:lnTo>
                  <a:lnTo>
                    <a:pt x="745" y="942"/>
                  </a:lnTo>
                  <a:lnTo>
                    <a:pt x="751" y="930"/>
                  </a:lnTo>
                  <a:lnTo>
                    <a:pt x="759" y="932"/>
                  </a:lnTo>
                  <a:lnTo>
                    <a:pt x="765" y="946"/>
                  </a:lnTo>
                  <a:lnTo>
                    <a:pt x="771" y="946"/>
                  </a:lnTo>
                  <a:lnTo>
                    <a:pt x="771" y="934"/>
                  </a:lnTo>
                  <a:lnTo>
                    <a:pt x="779" y="936"/>
                  </a:lnTo>
                  <a:lnTo>
                    <a:pt x="791" y="958"/>
                  </a:lnTo>
                  <a:lnTo>
                    <a:pt x="805" y="958"/>
                  </a:lnTo>
                  <a:lnTo>
                    <a:pt x="805" y="966"/>
                  </a:lnTo>
                  <a:lnTo>
                    <a:pt x="809" y="974"/>
                  </a:lnTo>
                  <a:lnTo>
                    <a:pt x="809" y="986"/>
                  </a:lnTo>
                  <a:lnTo>
                    <a:pt x="815" y="988"/>
                  </a:lnTo>
                  <a:lnTo>
                    <a:pt x="813" y="994"/>
                  </a:lnTo>
                  <a:lnTo>
                    <a:pt x="807" y="992"/>
                  </a:lnTo>
                  <a:lnTo>
                    <a:pt x="805" y="986"/>
                  </a:lnTo>
                  <a:lnTo>
                    <a:pt x="783" y="988"/>
                  </a:lnTo>
                  <a:lnTo>
                    <a:pt x="773" y="996"/>
                  </a:lnTo>
                  <a:lnTo>
                    <a:pt x="763" y="994"/>
                  </a:lnTo>
                  <a:lnTo>
                    <a:pt x="751" y="982"/>
                  </a:lnTo>
                  <a:lnTo>
                    <a:pt x="743" y="986"/>
                  </a:lnTo>
                  <a:lnTo>
                    <a:pt x="743" y="984"/>
                  </a:lnTo>
                  <a:lnTo>
                    <a:pt x="755" y="972"/>
                  </a:lnTo>
                  <a:lnTo>
                    <a:pt x="753" y="968"/>
                  </a:lnTo>
                  <a:lnTo>
                    <a:pt x="709" y="990"/>
                  </a:lnTo>
                  <a:lnTo>
                    <a:pt x="699" y="992"/>
                  </a:lnTo>
                  <a:lnTo>
                    <a:pt x="697" y="982"/>
                  </a:lnTo>
                  <a:lnTo>
                    <a:pt x="683" y="988"/>
                  </a:lnTo>
                  <a:lnTo>
                    <a:pt x="689" y="978"/>
                  </a:lnTo>
                  <a:close/>
                  <a:moveTo>
                    <a:pt x="713" y="326"/>
                  </a:moveTo>
                  <a:lnTo>
                    <a:pt x="735" y="334"/>
                  </a:lnTo>
                  <a:lnTo>
                    <a:pt x="747" y="348"/>
                  </a:lnTo>
                  <a:lnTo>
                    <a:pt x="731" y="346"/>
                  </a:lnTo>
                  <a:lnTo>
                    <a:pt x="711" y="326"/>
                  </a:lnTo>
                  <a:lnTo>
                    <a:pt x="713" y="3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8" name="Google Shape;438;p62"/>
            <p:cNvSpPr/>
            <p:nvPr/>
          </p:nvSpPr>
          <p:spPr>
            <a:xfrm>
              <a:off x="3282950" y="0"/>
              <a:ext cx="5861050" cy="4251325"/>
            </a:xfrm>
            <a:custGeom>
              <a:rect b="b" l="l" r="r" t="t"/>
              <a:pathLst>
                <a:path extrusionOk="0" h="2678" w="3692">
                  <a:moveTo>
                    <a:pt x="3688" y="386"/>
                  </a:moveTo>
                  <a:lnTo>
                    <a:pt x="3692" y="384"/>
                  </a:lnTo>
                  <a:lnTo>
                    <a:pt x="3692" y="152"/>
                  </a:lnTo>
                  <a:lnTo>
                    <a:pt x="3688" y="146"/>
                  </a:lnTo>
                  <a:lnTo>
                    <a:pt x="3644" y="122"/>
                  </a:lnTo>
                  <a:lnTo>
                    <a:pt x="3590" y="124"/>
                  </a:lnTo>
                  <a:lnTo>
                    <a:pt x="3544" y="112"/>
                  </a:lnTo>
                  <a:lnTo>
                    <a:pt x="3534" y="114"/>
                  </a:lnTo>
                  <a:lnTo>
                    <a:pt x="3534" y="130"/>
                  </a:lnTo>
                  <a:lnTo>
                    <a:pt x="3524" y="140"/>
                  </a:lnTo>
                  <a:lnTo>
                    <a:pt x="3538" y="142"/>
                  </a:lnTo>
                  <a:lnTo>
                    <a:pt x="3544" y="164"/>
                  </a:lnTo>
                  <a:lnTo>
                    <a:pt x="3526" y="180"/>
                  </a:lnTo>
                  <a:lnTo>
                    <a:pt x="3498" y="158"/>
                  </a:lnTo>
                  <a:lnTo>
                    <a:pt x="3496" y="140"/>
                  </a:lnTo>
                  <a:lnTo>
                    <a:pt x="3488" y="126"/>
                  </a:lnTo>
                  <a:lnTo>
                    <a:pt x="3468" y="142"/>
                  </a:lnTo>
                  <a:lnTo>
                    <a:pt x="3436" y="138"/>
                  </a:lnTo>
                  <a:lnTo>
                    <a:pt x="3416" y="126"/>
                  </a:lnTo>
                  <a:lnTo>
                    <a:pt x="3384" y="130"/>
                  </a:lnTo>
                  <a:lnTo>
                    <a:pt x="3366" y="144"/>
                  </a:lnTo>
                  <a:lnTo>
                    <a:pt x="3366" y="140"/>
                  </a:lnTo>
                  <a:lnTo>
                    <a:pt x="3338" y="126"/>
                  </a:lnTo>
                  <a:lnTo>
                    <a:pt x="3344" y="104"/>
                  </a:lnTo>
                  <a:lnTo>
                    <a:pt x="3342" y="92"/>
                  </a:lnTo>
                  <a:lnTo>
                    <a:pt x="3320" y="62"/>
                  </a:lnTo>
                  <a:lnTo>
                    <a:pt x="3241" y="60"/>
                  </a:lnTo>
                  <a:lnTo>
                    <a:pt x="3201" y="70"/>
                  </a:lnTo>
                  <a:lnTo>
                    <a:pt x="3191" y="62"/>
                  </a:lnTo>
                  <a:lnTo>
                    <a:pt x="3201" y="50"/>
                  </a:lnTo>
                  <a:lnTo>
                    <a:pt x="3185" y="32"/>
                  </a:lnTo>
                  <a:lnTo>
                    <a:pt x="3169" y="34"/>
                  </a:lnTo>
                  <a:lnTo>
                    <a:pt x="3159" y="22"/>
                  </a:lnTo>
                  <a:lnTo>
                    <a:pt x="3139" y="20"/>
                  </a:lnTo>
                  <a:lnTo>
                    <a:pt x="3145" y="10"/>
                  </a:lnTo>
                  <a:lnTo>
                    <a:pt x="3157" y="14"/>
                  </a:lnTo>
                  <a:lnTo>
                    <a:pt x="3153" y="0"/>
                  </a:lnTo>
                  <a:lnTo>
                    <a:pt x="2957" y="0"/>
                  </a:lnTo>
                  <a:lnTo>
                    <a:pt x="2961" y="10"/>
                  </a:lnTo>
                  <a:lnTo>
                    <a:pt x="2957" y="18"/>
                  </a:lnTo>
                  <a:lnTo>
                    <a:pt x="2961" y="30"/>
                  </a:lnTo>
                  <a:lnTo>
                    <a:pt x="2953" y="28"/>
                  </a:lnTo>
                  <a:lnTo>
                    <a:pt x="2949" y="32"/>
                  </a:lnTo>
                  <a:lnTo>
                    <a:pt x="2939" y="18"/>
                  </a:lnTo>
                  <a:lnTo>
                    <a:pt x="2929" y="26"/>
                  </a:lnTo>
                  <a:lnTo>
                    <a:pt x="2907" y="22"/>
                  </a:lnTo>
                  <a:lnTo>
                    <a:pt x="2899" y="28"/>
                  </a:lnTo>
                  <a:lnTo>
                    <a:pt x="2917" y="38"/>
                  </a:lnTo>
                  <a:lnTo>
                    <a:pt x="2925" y="32"/>
                  </a:lnTo>
                  <a:lnTo>
                    <a:pt x="2921" y="42"/>
                  </a:lnTo>
                  <a:lnTo>
                    <a:pt x="2931" y="44"/>
                  </a:lnTo>
                  <a:lnTo>
                    <a:pt x="2947" y="34"/>
                  </a:lnTo>
                  <a:lnTo>
                    <a:pt x="2927" y="50"/>
                  </a:lnTo>
                  <a:lnTo>
                    <a:pt x="2883" y="22"/>
                  </a:lnTo>
                  <a:lnTo>
                    <a:pt x="2869" y="22"/>
                  </a:lnTo>
                  <a:lnTo>
                    <a:pt x="2865" y="38"/>
                  </a:lnTo>
                  <a:lnTo>
                    <a:pt x="2847" y="34"/>
                  </a:lnTo>
                  <a:lnTo>
                    <a:pt x="2829" y="0"/>
                  </a:lnTo>
                  <a:lnTo>
                    <a:pt x="2827" y="0"/>
                  </a:lnTo>
                  <a:lnTo>
                    <a:pt x="2813" y="30"/>
                  </a:lnTo>
                  <a:lnTo>
                    <a:pt x="2813" y="50"/>
                  </a:lnTo>
                  <a:lnTo>
                    <a:pt x="2801" y="72"/>
                  </a:lnTo>
                  <a:lnTo>
                    <a:pt x="2797" y="64"/>
                  </a:lnTo>
                  <a:lnTo>
                    <a:pt x="2777" y="56"/>
                  </a:lnTo>
                  <a:lnTo>
                    <a:pt x="2761" y="18"/>
                  </a:lnTo>
                  <a:lnTo>
                    <a:pt x="2757" y="20"/>
                  </a:lnTo>
                  <a:lnTo>
                    <a:pt x="2755" y="8"/>
                  </a:lnTo>
                  <a:lnTo>
                    <a:pt x="2765" y="0"/>
                  </a:lnTo>
                  <a:lnTo>
                    <a:pt x="1878" y="0"/>
                  </a:lnTo>
                  <a:lnTo>
                    <a:pt x="1902" y="14"/>
                  </a:lnTo>
                  <a:lnTo>
                    <a:pt x="1902" y="20"/>
                  </a:lnTo>
                  <a:lnTo>
                    <a:pt x="1868" y="16"/>
                  </a:lnTo>
                  <a:lnTo>
                    <a:pt x="1856" y="0"/>
                  </a:lnTo>
                  <a:lnTo>
                    <a:pt x="1786" y="0"/>
                  </a:lnTo>
                  <a:lnTo>
                    <a:pt x="1786" y="0"/>
                  </a:lnTo>
                  <a:lnTo>
                    <a:pt x="1796" y="4"/>
                  </a:lnTo>
                  <a:lnTo>
                    <a:pt x="1784" y="16"/>
                  </a:lnTo>
                  <a:lnTo>
                    <a:pt x="1778" y="18"/>
                  </a:lnTo>
                  <a:lnTo>
                    <a:pt x="1770" y="2"/>
                  </a:lnTo>
                  <a:lnTo>
                    <a:pt x="1760" y="8"/>
                  </a:lnTo>
                  <a:lnTo>
                    <a:pt x="1766" y="30"/>
                  </a:lnTo>
                  <a:lnTo>
                    <a:pt x="1790" y="48"/>
                  </a:lnTo>
                  <a:lnTo>
                    <a:pt x="1798" y="44"/>
                  </a:lnTo>
                  <a:lnTo>
                    <a:pt x="1804" y="60"/>
                  </a:lnTo>
                  <a:lnTo>
                    <a:pt x="1752" y="40"/>
                  </a:lnTo>
                  <a:lnTo>
                    <a:pt x="1752" y="38"/>
                  </a:lnTo>
                  <a:lnTo>
                    <a:pt x="1756" y="36"/>
                  </a:lnTo>
                  <a:lnTo>
                    <a:pt x="1756" y="24"/>
                  </a:lnTo>
                  <a:lnTo>
                    <a:pt x="1750" y="2"/>
                  </a:lnTo>
                  <a:lnTo>
                    <a:pt x="1750" y="0"/>
                  </a:lnTo>
                  <a:lnTo>
                    <a:pt x="1722" y="0"/>
                  </a:lnTo>
                  <a:lnTo>
                    <a:pt x="1710" y="10"/>
                  </a:lnTo>
                  <a:lnTo>
                    <a:pt x="1704" y="30"/>
                  </a:lnTo>
                  <a:lnTo>
                    <a:pt x="1728" y="80"/>
                  </a:lnTo>
                  <a:lnTo>
                    <a:pt x="1714" y="126"/>
                  </a:lnTo>
                  <a:lnTo>
                    <a:pt x="1720" y="146"/>
                  </a:lnTo>
                  <a:lnTo>
                    <a:pt x="1718" y="162"/>
                  </a:lnTo>
                  <a:lnTo>
                    <a:pt x="1746" y="170"/>
                  </a:lnTo>
                  <a:lnTo>
                    <a:pt x="1762" y="162"/>
                  </a:lnTo>
                  <a:lnTo>
                    <a:pt x="1774" y="170"/>
                  </a:lnTo>
                  <a:lnTo>
                    <a:pt x="1732" y="182"/>
                  </a:lnTo>
                  <a:lnTo>
                    <a:pt x="1728" y="202"/>
                  </a:lnTo>
                  <a:lnTo>
                    <a:pt x="1736" y="222"/>
                  </a:lnTo>
                  <a:lnTo>
                    <a:pt x="1734" y="236"/>
                  </a:lnTo>
                  <a:lnTo>
                    <a:pt x="1720" y="254"/>
                  </a:lnTo>
                  <a:lnTo>
                    <a:pt x="1712" y="276"/>
                  </a:lnTo>
                  <a:lnTo>
                    <a:pt x="1692" y="290"/>
                  </a:lnTo>
                  <a:lnTo>
                    <a:pt x="1690" y="304"/>
                  </a:lnTo>
                  <a:lnTo>
                    <a:pt x="1688" y="304"/>
                  </a:lnTo>
                  <a:lnTo>
                    <a:pt x="1654" y="300"/>
                  </a:lnTo>
                  <a:lnTo>
                    <a:pt x="1652" y="290"/>
                  </a:lnTo>
                  <a:lnTo>
                    <a:pt x="1664" y="300"/>
                  </a:lnTo>
                  <a:lnTo>
                    <a:pt x="1684" y="290"/>
                  </a:lnTo>
                  <a:lnTo>
                    <a:pt x="1680" y="278"/>
                  </a:lnTo>
                  <a:lnTo>
                    <a:pt x="1690" y="274"/>
                  </a:lnTo>
                  <a:lnTo>
                    <a:pt x="1682" y="266"/>
                  </a:lnTo>
                  <a:lnTo>
                    <a:pt x="1692" y="268"/>
                  </a:lnTo>
                  <a:lnTo>
                    <a:pt x="1700" y="246"/>
                  </a:lnTo>
                  <a:lnTo>
                    <a:pt x="1710" y="238"/>
                  </a:lnTo>
                  <a:lnTo>
                    <a:pt x="1710" y="216"/>
                  </a:lnTo>
                  <a:lnTo>
                    <a:pt x="1716" y="202"/>
                  </a:lnTo>
                  <a:lnTo>
                    <a:pt x="1716" y="192"/>
                  </a:lnTo>
                  <a:lnTo>
                    <a:pt x="1698" y="170"/>
                  </a:lnTo>
                  <a:lnTo>
                    <a:pt x="1702" y="126"/>
                  </a:lnTo>
                  <a:lnTo>
                    <a:pt x="1698" y="102"/>
                  </a:lnTo>
                  <a:lnTo>
                    <a:pt x="1702" y="96"/>
                  </a:lnTo>
                  <a:lnTo>
                    <a:pt x="1704" y="68"/>
                  </a:lnTo>
                  <a:lnTo>
                    <a:pt x="1700" y="48"/>
                  </a:lnTo>
                  <a:lnTo>
                    <a:pt x="1684" y="32"/>
                  </a:lnTo>
                  <a:lnTo>
                    <a:pt x="1698" y="0"/>
                  </a:lnTo>
                  <a:lnTo>
                    <a:pt x="1620" y="0"/>
                  </a:lnTo>
                  <a:lnTo>
                    <a:pt x="1616" y="14"/>
                  </a:lnTo>
                  <a:lnTo>
                    <a:pt x="1588" y="44"/>
                  </a:lnTo>
                  <a:lnTo>
                    <a:pt x="1584" y="60"/>
                  </a:lnTo>
                  <a:lnTo>
                    <a:pt x="1590" y="60"/>
                  </a:lnTo>
                  <a:lnTo>
                    <a:pt x="1580" y="74"/>
                  </a:lnTo>
                  <a:lnTo>
                    <a:pt x="1598" y="80"/>
                  </a:lnTo>
                  <a:lnTo>
                    <a:pt x="1594" y="102"/>
                  </a:lnTo>
                  <a:lnTo>
                    <a:pt x="1596" y="112"/>
                  </a:lnTo>
                  <a:lnTo>
                    <a:pt x="1588" y="114"/>
                  </a:lnTo>
                  <a:lnTo>
                    <a:pt x="1588" y="140"/>
                  </a:lnTo>
                  <a:lnTo>
                    <a:pt x="1612" y="146"/>
                  </a:lnTo>
                  <a:lnTo>
                    <a:pt x="1610" y="152"/>
                  </a:lnTo>
                  <a:lnTo>
                    <a:pt x="1618" y="172"/>
                  </a:lnTo>
                  <a:lnTo>
                    <a:pt x="1630" y="180"/>
                  </a:lnTo>
                  <a:lnTo>
                    <a:pt x="1616" y="208"/>
                  </a:lnTo>
                  <a:lnTo>
                    <a:pt x="1596" y="178"/>
                  </a:lnTo>
                  <a:lnTo>
                    <a:pt x="1540" y="140"/>
                  </a:lnTo>
                  <a:lnTo>
                    <a:pt x="1484" y="124"/>
                  </a:lnTo>
                  <a:lnTo>
                    <a:pt x="1476" y="130"/>
                  </a:lnTo>
                  <a:lnTo>
                    <a:pt x="1442" y="88"/>
                  </a:lnTo>
                  <a:lnTo>
                    <a:pt x="1432" y="102"/>
                  </a:lnTo>
                  <a:lnTo>
                    <a:pt x="1434" y="104"/>
                  </a:lnTo>
                  <a:lnTo>
                    <a:pt x="1430" y="104"/>
                  </a:lnTo>
                  <a:lnTo>
                    <a:pt x="1436" y="120"/>
                  </a:lnTo>
                  <a:lnTo>
                    <a:pt x="1442" y="130"/>
                  </a:lnTo>
                  <a:lnTo>
                    <a:pt x="1446" y="128"/>
                  </a:lnTo>
                  <a:lnTo>
                    <a:pt x="1446" y="128"/>
                  </a:lnTo>
                  <a:lnTo>
                    <a:pt x="1458" y="138"/>
                  </a:lnTo>
                  <a:lnTo>
                    <a:pt x="1470" y="134"/>
                  </a:lnTo>
                  <a:lnTo>
                    <a:pt x="1464" y="138"/>
                  </a:lnTo>
                  <a:lnTo>
                    <a:pt x="1478" y="164"/>
                  </a:lnTo>
                  <a:lnTo>
                    <a:pt x="1474" y="176"/>
                  </a:lnTo>
                  <a:lnTo>
                    <a:pt x="1456" y="186"/>
                  </a:lnTo>
                  <a:lnTo>
                    <a:pt x="1458" y="198"/>
                  </a:lnTo>
                  <a:lnTo>
                    <a:pt x="1452" y="202"/>
                  </a:lnTo>
                  <a:lnTo>
                    <a:pt x="1448" y="198"/>
                  </a:lnTo>
                  <a:lnTo>
                    <a:pt x="1454" y="186"/>
                  </a:lnTo>
                  <a:lnTo>
                    <a:pt x="1440" y="166"/>
                  </a:lnTo>
                  <a:lnTo>
                    <a:pt x="1410" y="194"/>
                  </a:lnTo>
                  <a:lnTo>
                    <a:pt x="1374" y="192"/>
                  </a:lnTo>
                  <a:lnTo>
                    <a:pt x="1360" y="212"/>
                  </a:lnTo>
                  <a:lnTo>
                    <a:pt x="1350" y="204"/>
                  </a:lnTo>
                  <a:lnTo>
                    <a:pt x="1349" y="194"/>
                  </a:lnTo>
                  <a:lnTo>
                    <a:pt x="1354" y="182"/>
                  </a:lnTo>
                  <a:lnTo>
                    <a:pt x="1350" y="180"/>
                  </a:lnTo>
                  <a:lnTo>
                    <a:pt x="1358" y="176"/>
                  </a:lnTo>
                  <a:lnTo>
                    <a:pt x="1358" y="170"/>
                  </a:lnTo>
                  <a:lnTo>
                    <a:pt x="1337" y="176"/>
                  </a:lnTo>
                  <a:lnTo>
                    <a:pt x="1333" y="182"/>
                  </a:lnTo>
                  <a:lnTo>
                    <a:pt x="1333" y="188"/>
                  </a:lnTo>
                  <a:lnTo>
                    <a:pt x="1333" y="188"/>
                  </a:lnTo>
                  <a:lnTo>
                    <a:pt x="1327" y="180"/>
                  </a:lnTo>
                  <a:lnTo>
                    <a:pt x="1317" y="194"/>
                  </a:lnTo>
                  <a:lnTo>
                    <a:pt x="1321" y="196"/>
                  </a:lnTo>
                  <a:lnTo>
                    <a:pt x="1319" y="200"/>
                  </a:lnTo>
                  <a:lnTo>
                    <a:pt x="1315" y="194"/>
                  </a:lnTo>
                  <a:lnTo>
                    <a:pt x="1303" y="196"/>
                  </a:lnTo>
                  <a:lnTo>
                    <a:pt x="1235" y="242"/>
                  </a:lnTo>
                  <a:lnTo>
                    <a:pt x="1229" y="262"/>
                  </a:lnTo>
                  <a:lnTo>
                    <a:pt x="1229" y="270"/>
                  </a:lnTo>
                  <a:lnTo>
                    <a:pt x="1213" y="284"/>
                  </a:lnTo>
                  <a:lnTo>
                    <a:pt x="1211" y="276"/>
                  </a:lnTo>
                  <a:lnTo>
                    <a:pt x="1199" y="276"/>
                  </a:lnTo>
                  <a:lnTo>
                    <a:pt x="1183" y="250"/>
                  </a:lnTo>
                  <a:lnTo>
                    <a:pt x="1189" y="240"/>
                  </a:lnTo>
                  <a:lnTo>
                    <a:pt x="1213" y="232"/>
                  </a:lnTo>
                  <a:lnTo>
                    <a:pt x="1209" y="212"/>
                  </a:lnTo>
                  <a:lnTo>
                    <a:pt x="1197" y="196"/>
                  </a:lnTo>
                  <a:lnTo>
                    <a:pt x="1141" y="184"/>
                  </a:lnTo>
                  <a:lnTo>
                    <a:pt x="1161" y="208"/>
                  </a:lnTo>
                  <a:lnTo>
                    <a:pt x="1161" y="234"/>
                  </a:lnTo>
                  <a:lnTo>
                    <a:pt x="1155" y="256"/>
                  </a:lnTo>
                  <a:lnTo>
                    <a:pt x="1169" y="274"/>
                  </a:lnTo>
                  <a:lnTo>
                    <a:pt x="1161" y="304"/>
                  </a:lnTo>
                  <a:lnTo>
                    <a:pt x="1161" y="314"/>
                  </a:lnTo>
                  <a:lnTo>
                    <a:pt x="1159" y="308"/>
                  </a:lnTo>
                  <a:lnTo>
                    <a:pt x="1155" y="310"/>
                  </a:lnTo>
                  <a:lnTo>
                    <a:pt x="1157" y="306"/>
                  </a:lnTo>
                  <a:lnTo>
                    <a:pt x="1129" y="290"/>
                  </a:lnTo>
                  <a:lnTo>
                    <a:pt x="1113" y="314"/>
                  </a:lnTo>
                  <a:lnTo>
                    <a:pt x="1081" y="334"/>
                  </a:lnTo>
                  <a:lnTo>
                    <a:pt x="1083" y="350"/>
                  </a:lnTo>
                  <a:lnTo>
                    <a:pt x="1099" y="384"/>
                  </a:lnTo>
                  <a:lnTo>
                    <a:pt x="1061" y="372"/>
                  </a:lnTo>
                  <a:lnTo>
                    <a:pt x="1027" y="352"/>
                  </a:lnTo>
                  <a:lnTo>
                    <a:pt x="1019" y="368"/>
                  </a:lnTo>
                  <a:lnTo>
                    <a:pt x="1021" y="378"/>
                  </a:lnTo>
                  <a:lnTo>
                    <a:pt x="1035" y="396"/>
                  </a:lnTo>
                  <a:lnTo>
                    <a:pt x="1045" y="392"/>
                  </a:lnTo>
                  <a:lnTo>
                    <a:pt x="1051" y="410"/>
                  </a:lnTo>
                  <a:lnTo>
                    <a:pt x="1041" y="414"/>
                  </a:lnTo>
                  <a:lnTo>
                    <a:pt x="1017" y="406"/>
                  </a:lnTo>
                  <a:lnTo>
                    <a:pt x="1005" y="390"/>
                  </a:lnTo>
                  <a:lnTo>
                    <a:pt x="989" y="386"/>
                  </a:lnTo>
                  <a:lnTo>
                    <a:pt x="993" y="382"/>
                  </a:lnTo>
                  <a:lnTo>
                    <a:pt x="991" y="368"/>
                  </a:lnTo>
                  <a:lnTo>
                    <a:pt x="983" y="350"/>
                  </a:lnTo>
                  <a:lnTo>
                    <a:pt x="989" y="346"/>
                  </a:lnTo>
                  <a:lnTo>
                    <a:pt x="991" y="322"/>
                  </a:lnTo>
                  <a:lnTo>
                    <a:pt x="939" y="270"/>
                  </a:lnTo>
                  <a:lnTo>
                    <a:pt x="943" y="268"/>
                  </a:lnTo>
                  <a:lnTo>
                    <a:pt x="963" y="286"/>
                  </a:lnTo>
                  <a:lnTo>
                    <a:pt x="979" y="286"/>
                  </a:lnTo>
                  <a:lnTo>
                    <a:pt x="979" y="296"/>
                  </a:lnTo>
                  <a:lnTo>
                    <a:pt x="1065" y="316"/>
                  </a:lnTo>
                  <a:lnTo>
                    <a:pt x="1089" y="306"/>
                  </a:lnTo>
                  <a:lnTo>
                    <a:pt x="1111" y="282"/>
                  </a:lnTo>
                  <a:lnTo>
                    <a:pt x="1115" y="264"/>
                  </a:lnTo>
                  <a:lnTo>
                    <a:pt x="1109" y="260"/>
                  </a:lnTo>
                  <a:lnTo>
                    <a:pt x="1107" y="240"/>
                  </a:lnTo>
                  <a:lnTo>
                    <a:pt x="1087" y="216"/>
                  </a:lnTo>
                  <a:lnTo>
                    <a:pt x="1059" y="206"/>
                  </a:lnTo>
                  <a:lnTo>
                    <a:pt x="1009" y="158"/>
                  </a:lnTo>
                  <a:lnTo>
                    <a:pt x="963" y="158"/>
                  </a:lnTo>
                  <a:lnTo>
                    <a:pt x="959" y="146"/>
                  </a:lnTo>
                  <a:lnTo>
                    <a:pt x="955" y="148"/>
                  </a:lnTo>
                  <a:lnTo>
                    <a:pt x="957" y="148"/>
                  </a:lnTo>
                  <a:lnTo>
                    <a:pt x="939" y="140"/>
                  </a:lnTo>
                  <a:lnTo>
                    <a:pt x="939" y="136"/>
                  </a:lnTo>
                  <a:lnTo>
                    <a:pt x="953" y="144"/>
                  </a:lnTo>
                  <a:lnTo>
                    <a:pt x="959" y="130"/>
                  </a:lnTo>
                  <a:lnTo>
                    <a:pt x="931" y="118"/>
                  </a:lnTo>
                  <a:lnTo>
                    <a:pt x="931" y="126"/>
                  </a:lnTo>
                  <a:lnTo>
                    <a:pt x="929" y="126"/>
                  </a:lnTo>
                  <a:lnTo>
                    <a:pt x="927" y="134"/>
                  </a:lnTo>
                  <a:lnTo>
                    <a:pt x="917" y="128"/>
                  </a:lnTo>
                  <a:lnTo>
                    <a:pt x="917" y="126"/>
                  </a:lnTo>
                  <a:lnTo>
                    <a:pt x="915" y="128"/>
                  </a:lnTo>
                  <a:lnTo>
                    <a:pt x="911" y="126"/>
                  </a:lnTo>
                  <a:lnTo>
                    <a:pt x="911" y="128"/>
                  </a:lnTo>
                  <a:lnTo>
                    <a:pt x="895" y="132"/>
                  </a:lnTo>
                  <a:lnTo>
                    <a:pt x="899" y="122"/>
                  </a:lnTo>
                  <a:lnTo>
                    <a:pt x="883" y="112"/>
                  </a:lnTo>
                  <a:lnTo>
                    <a:pt x="899" y="114"/>
                  </a:lnTo>
                  <a:lnTo>
                    <a:pt x="919" y="92"/>
                  </a:lnTo>
                  <a:lnTo>
                    <a:pt x="897" y="72"/>
                  </a:lnTo>
                  <a:lnTo>
                    <a:pt x="887" y="76"/>
                  </a:lnTo>
                  <a:lnTo>
                    <a:pt x="885" y="64"/>
                  </a:lnTo>
                  <a:lnTo>
                    <a:pt x="869" y="72"/>
                  </a:lnTo>
                  <a:lnTo>
                    <a:pt x="871" y="60"/>
                  </a:lnTo>
                  <a:lnTo>
                    <a:pt x="851" y="52"/>
                  </a:lnTo>
                  <a:lnTo>
                    <a:pt x="841" y="90"/>
                  </a:lnTo>
                  <a:lnTo>
                    <a:pt x="837" y="90"/>
                  </a:lnTo>
                  <a:lnTo>
                    <a:pt x="837" y="54"/>
                  </a:lnTo>
                  <a:lnTo>
                    <a:pt x="805" y="110"/>
                  </a:lnTo>
                  <a:lnTo>
                    <a:pt x="805" y="108"/>
                  </a:lnTo>
                  <a:lnTo>
                    <a:pt x="809" y="92"/>
                  </a:lnTo>
                  <a:lnTo>
                    <a:pt x="825" y="66"/>
                  </a:lnTo>
                  <a:lnTo>
                    <a:pt x="829" y="68"/>
                  </a:lnTo>
                  <a:lnTo>
                    <a:pt x="821" y="52"/>
                  </a:lnTo>
                  <a:lnTo>
                    <a:pt x="801" y="60"/>
                  </a:lnTo>
                  <a:lnTo>
                    <a:pt x="803" y="60"/>
                  </a:lnTo>
                  <a:lnTo>
                    <a:pt x="787" y="70"/>
                  </a:lnTo>
                  <a:lnTo>
                    <a:pt x="795" y="80"/>
                  </a:lnTo>
                  <a:lnTo>
                    <a:pt x="787" y="86"/>
                  </a:lnTo>
                  <a:lnTo>
                    <a:pt x="789" y="78"/>
                  </a:lnTo>
                  <a:lnTo>
                    <a:pt x="775" y="74"/>
                  </a:lnTo>
                  <a:lnTo>
                    <a:pt x="783" y="90"/>
                  </a:lnTo>
                  <a:lnTo>
                    <a:pt x="781" y="92"/>
                  </a:lnTo>
                  <a:lnTo>
                    <a:pt x="781" y="92"/>
                  </a:lnTo>
                  <a:lnTo>
                    <a:pt x="775" y="80"/>
                  </a:lnTo>
                  <a:lnTo>
                    <a:pt x="763" y="90"/>
                  </a:lnTo>
                  <a:lnTo>
                    <a:pt x="763" y="96"/>
                  </a:lnTo>
                  <a:lnTo>
                    <a:pt x="751" y="96"/>
                  </a:lnTo>
                  <a:lnTo>
                    <a:pt x="759" y="106"/>
                  </a:lnTo>
                  <a:lnTo>
                    <a:pt x="755" y="108"/>
                  </a:lnTo>
                  <a:lnTo>
                    <a:pt x="745" y="96"/>
                  </a:lnTo>
                  <a:lnTo>
                    <a:pt x="743" y="102"/>
                  </a:lnTo>
                  <a:lnTo>
                    <a:pt x="737" y="92"/>
                  </a:lnTo>
                  <a:lnTo>
                    <a:pt x="737" y="112"/>
                  </a:lnTo>
                  <a:lnTo>
                    <a:pt x="745" y="114"/>
                  </a:lnTo>
                  <a:lnTo>
                    <a:pt x="745" y="124"/>
                  </a:lnTo>
                  <a:lnTo>
                    <a:pt x="731" y="108"/>
                  </a:lnTo>
                  <a:lnTo>
                    <a:pt x="733" y="120"/>
                  </a:lnTo>
                  <a:lnTo>
                    <a:pt x="721" y="124"/>
                  </a:lnTo>
                  <a:lnTo>
                    <a:pt x="721" y="124"/>
                  </a:lnTo>
                  <a:lnTo>
                    <a:pt x="719" y="130"/>
                  </a:lnTo>
                  <a:lnTo>
                    <a:pt x="719" y="138"/>
                  </a:lnTo>
                  <a:lnTo>
                    <a:pt x="719" y="140"/>
                  </a:lnTo>
                  <a:lnTo>
                    <a:pt x="719" y="114"/>
                  </a:lnTo>
                  <a:lnTo>
                    <a:pt x="719" y="114"/>
                  </a:lnTo>
                  <a:lnTo>
                    <a:pt x="717" y="112"/>
                  </a:lnTo>
                  <a:lnTo>
                    <a:pt x="727" y="116"/>
                  </a:lnTo>
                  <a:lnTo>
                    <a:pt x="725" y="94"/>
                  </a:lnTo>
                  <a:lnTo>
                    <a:pt x="717" y="112"/>
                  </a:lnTo>
                  <a:lnTo>
                    <a:pt x="709" y="106"/>
                  </a:lnTo>
                  <a:lnTo>
                    <a:pt x="705" y="102"/>
                  </a:lnTo>
                  <a:lnTo>
                    <a:pt x="701" y="104"/>
                  </a:lnTo>
                  <a:lnTo>
                    <a:pt x="703" y="114"/>
                  </a:lnTo>
                  <a:lnTo>
                    <a:pt x="685" y="110"/>
                  </a:lnTo>
                  <a:lnTo>
                    <a:pt x="693" y="126"/>
                  </a:lnTo>
                  <a:lnTo>
                    <a:pt x="675" y="130"/>
                  </a:lnTo>
                  <a:lnTo>
                    <a:pt x="671" y="142"/>
                  </a:lnTo>
                  <a:lnTo>
                    <a:pt x="679" y="144"/>
                  </a:lnTo>
                  <a:lnTo>
                    <a:pt x="685" y="152"/>
                  </a:lnTo>
                  <a:lnTo>
                    <a:pt x="685" y="152"/>
                  </a:lnTo>
                  <a:lnTo>
                    <a:pt x="681" y="150"/>
                  </a:lnTo>
                  <a:lnTo>
                    <a:pt x="679" y="144"/>
                  </a:lnTo>
                  <a:lnTo>
                    <a:pt x="675" y="144"/>
                  </a:lnTo>
                  <a:lnTo>
                    <a:pt x="673" y="148"/>
                  </a:lnTo>
                  <a:lnTo>
                    <a:pt x="663" y="136"/>
                  </a:lnTo>
                  <a:lnTo>
                    <a:pt x="651" y="150"/>
                  </a:lnTo>
                  <a:lnTo>
                    <a:pt x="649" y="158"/>
                  </a:lnTo>
                  <a:lnTo>
                    <a:pt x="651" y="160"/>
                  </a:lnTo>
                  <a:lnTo>
                    <a:pt x="649" y="172"/>
                  </a:lnTo>
                  <a:lnTo>
                    <a:pt x="665" y="166"/>
                  </a:lnTo>
                  <a:lnTo>
                    <a:pt x="661" y="168"/>
                  </a:lnTo>
                  <a:lnTo>
                    <a:pt x="665" y="174"/>
                  </a:lnTo>
                  <a:lnTo>
                    <a:pt x="663" y="174"/>
                  </a:lnTo>
                  <a:lnTo>
                    <a:pt x="665" y="182"/>
                  </a:lnTo>
                  <a:lnTo>
                    <a:pt x="647" y="190"/>
                  </a:lnTo>
                  <a:lnTo>
                    <a:pt x="647" y="180"/>
                  </a:lnTo>
                  <a:lnTo>
                    <a:pt x="637" y="174"/>
                  </a:lnTo>
                  <a:lnTo>
                    <a:pt x="635" y="180"/>
                  </a:lnTo>
                  <a:lnTo>
                    <a:pt x="629" y="172"/>
                  </a:lnTo>
                  <a:lnTo>
                    <a:pt x="633" y="172"/>
                  </a:lnTo>
                  <a:lnTo>
                    <a:pt x="645" y="148"/>
                  </a:lnTo>
                  <a:lnTo>
                    <a:pt x="629" y="158"/>
                  </a:lnTo>
                  <a:lnTo>
                    <a:pt x="623" y="170"/>
                  </a:lnTo>
                  <a:lnTo>
                    <a:pt x="627" y="170"/>
                  </a:lnTo>
                  <a:lnTo>
                    <a:pt x="621" y="186"/>
                  </a:lnTo>
                  <a:lnTo>
                    <a:pt x="617" y="170"/>
                  </a:lnTo>
                  <a:lnTo>
                    <a:pt x="613" y="170"/>
                  </a:lnTo>
                  <a:lnTo>
                    <a:pt x="613" y="176"/>
                  </a:lnTo>
                  <a:lnTo>
                    <a:pt x="597" y="188"/>
                  </a:lnTo>
                  <a:lnTo>
                    <a:pt x="619" y="190"/>
                  </a:lnTo>
                  <a:lnTo>
                    <a:pt x="619" y="194"/>
                  </a:lnTo>
                  <a:lnTo>
                    <a:pt x="601" y="210"/>
                  </a:lnTo>
                  <a:lnTo>
                    <a:pt x="605" y="214"/>
                  </a:lnTo>
                  <a:lnTo>
                    <a:pt x="625" y="200"/>
                  </a:lnTo>
                  <a:lnTo>
                    <a:pt x="627" y="210"/>
                  </a:lnTo>
                  <a:lnTo>
                    <a:pt x="641" y="196"/>
                  </a:lnTo>
                  <a:lnTo>
                    <a:pt x="661" y="200"/>
                  </a:lnTo>
                  <a:lnTo>
                    <a:pt x="657" y="202"/>
                  </a:lnTo>
                  <a:lnTo>
                    <a:pt x="639" y="200"/>
                  </a:lnTo>
                  <a:lnTo>
                    <a:pt x="639" y="220"/>
                  </a:lnTo>
                  <a:lnTo>
                    <a:pt x="639" y="222"/>
                  </a:lnTo>
                  <a:lnTo>
                    <a:pt x="633" y="206"/>
                  </a:lnTo>
                  <a:lnTo>
                    <a:pt x="621" y="226"/>
                  </a:lnTo>
                  <a:lnTo>
                    <a:pt x="625" y="234"/>
                  </a:lnTo>
                  <a:lnTo>
                    <a:pt x="615" y="242"/>
                  </a:lnTo>
                  <a:lnTo>
                    <a:pt x="607" y="244"/>
                  </a:lnTo>
                  <a:lnTo>
                    <a:pt x="599" y="268"/>
                  </a:lnTo>
                  <a:lnTo>
                    <a:pt x="583" y="282"/>
                  </a:lnTo>
                  <a:lnTo>
                    <a:pt x="581" y="290"/>
                  </a:lnTo>
                  <a:lnTo>
                    <a:pt x="581" y="292"/>
                  </a:lnTo>
                  <a:lnTo>
                    <a:pt x="577" y="292"/>
                  </a:lnTo>
                  <a:lnTo>
                    <a:pt x="583" y="304"/>
                  </a:lnTo>
                  <a:lnTo>
                    <a:pt x="569" y="318"/>
                  </a:lnTo>
                  <a:lnTo>
                    <a:pt x="571" y="322"/>
                  </a:lnTo>
                  <a:lnTo>
                    <a:pt x="571" y="322"/>
                  </a:lnTo>
                  <a:lnTo>
                    <a:pt x="571" y="330"/>
                  </a:lnTo>
                  <a:lnTo>
                    <a:pt x="565" y="330"/>
                  </a:lnTo>
                  <a:lnTo>
                    <a:pt x="567" y="334"/>
                  </a:lnTo>
                  <a:lnTo>
                    <a:pt x="565" y="330"/>
                  </a:lnTo>
                  <a:lnTo>
                    <a:pt x="557" y="356"/>
                  </a:lnTo>
                  <a:lnTo>
                    <a:pt x="565" y="350"/>
                  </a:lnTo>
                  <a:lnTo>
                    <a:pt x="565" y="352"/>
                  </a:lnTo>
                  <a:lnTo>
                    <a:pt x="545" y="364"/>
                  </a:lnTo>
                  <a:lnTo>
                    <a:pt x="545" y="372"/>
                  </a:lnTo>
                  <a:lnTo>
                    <a:pt x="547" y="374"/>
                  </a:lnTo>
                  <a:lnTo>
                    <a:pt x="547" y="380"/>
                  </a:lnTo>
                  <a:lnTo>
                    <a:pt x="539" y="376"/>
                  </a:lnTo>
                  <a:lnTo>
                    <a:pt x="521" y="400"/>
                  </a:lnTo>
                  <a:lnTo>
                    <a:pt x="521" y="406"/>
                  </a:lnTo>
                  <a:lnTo>
                    <a:pt x="515" y="410"/>
                  </a:lnTo>
                  <a:lnTo>
                    <a:pt x="519" y="418"/>
                  </a:lnTo>
                  <a:lnTo>
                    <a:pt x="511" y="422"/>
                  </a:lnTo>
                  <a:lnTo>
                    <a:pt x="503" y="414"/>
                  </a:lnTo>
                  <a:lnTo>
                    <a:pt x="493" y="422"/>
                  </a:lnTo>
                  <a:lnTo>
                    <a:pt x="493" y="428"/>
                  </a:lnTo>
                  <a:lnTo>
                    <a:pt x="499" y="426"/>
                  </a:lnTo>
                  <a:lnTo>
                    <a:pt x="493" y="428"/>
                  </a:lnTo>
                  <a:lnTo>
                    <a:pt x="475" y="446"/>
                  </a:lnTo>
                  <a:lnTo>
                    <a:pt x="459" y="454"/>
                  </a:lnTo>
                  <a:lnTo>
                    <a:pt x="473" y="462"/>
                  </a:lnTo>
                  <a:lnTo>
                    <a:pt x="473" y="464"/>
                  </a:lnTo>
                  <a:lnTo>
                    <a:pt x="447" y="464"/>
                  </a:lnTo>
                  <a:lnTo>
                    <a:pt x="455" y="470"/>
                  </a:lnTo>
                  <a:lnTo>
                    <a:pt x="455" y="472"/>
                  </a:lnTo>
                  <a:lnTo>
                    <a:pt x="453" y="470"/>
                  </a:lnTo>
                  <a:lnTo>
                    <a:pt x="449" y="476"/>
                  </a:lnTo>
                  <a:lnTo>
                    <a:pt x="451" y="470"/>
                  </a:lnTo>
                  <a:lnTo>
                    <a:pt x="439" y="472"/>
                  </a:lnTo>
                  <a:lnTo>
                    <a:pt x="445" y="484"/>
                  </a:lnTo>
                  <a:lnTo>
                    <a:pt x="429" y="480"/>
                  </a:lnTo>
                  <a:lnTo>
                    <a:pt x="431" y="494"/>
                  </a:lnTo>
                  <a:lnTo>
                    <a:pt x="435" y="496"/>
                  </a:lnTo>
                  <a:lnTo>
                    <a:pt x="423" y="498"/>
                  </a:lnTo>
                  <a:lnTo>
                    <a:pt x="431" y="504"/>
                  </a:lnTo>
                  <a:lnTo>
                    <a:pt x="427" y="512"/>
                  </a:lnTo>
                  <a:lnTo>
                    <a:pt x="427" y="526"/>
                  </a:lnTo>
                  <a:lnTo>
                    <a:pt x="443" y="524"/>
                  </a:lnTo>
                  <a:lnTo>
                    <a:pt x="423" y="530"/>
                  </a:lnTo>
                  <a:lnTo>
                    <a:pt x="431" y="534"/>
                  </a:lnTo>
                  <a:lnTo>
                    <a:pt x="431" y="536"/>
                  </a:lnTo>
                  <a:lnTo>
                    <a:pt x="421" y="530"/>
                  </a:lnTo>
                  <a:lnTo>
                    <a:pt x="431" y="546"/>
                  </a:lnTo>
                  <a:lnTo>
                    <a:pt x="435" y="544"/>
                  </a:lnTo>
                  <a:lnTo>
                    <a:pt x="429" y="552"/>
                  </a:lnTo>
                  <a:lnTo>
                    <a:pt x="433" y="566"/>
                  </a:lnTo>
                  <a:lnTo>
                    <a:pt x="437" y="560"/>
                  </a:lnTo>
                  <a:lnTo>
                    <a:pt x="437" y="562"/>
                  </a:lnTo>
                  <a:lnTo>
                    <a:pt x="433" y="566"/>
                  </a:lnTo>
                  <a:lnTo>
                    <a:pt x="437" y="576"/>
                  </a:lnTo>
                  <a:lnTo>
                    <a:pt x="437" y="574"/>
                  </a:lnTo>
                  <a:lnTo>
                    <a:pt x="445" y="574"/>
                  </a:lnTo>
                  <a:lnTo>
                    <a:pt x="429" y="586"/>
                  </a:lnTo>
                  <a:lnTo>
                    <a:pt x="431" y="594"/>
                  </a:lnTo>
                  <a:lnTo>
                    <a:pt x="449" y="588"/>
                  </a:lnTo>
                  <a:lnTo>
                    <a:pt x="445" y="602"/>
                  </a:lnTo>
                  <a:lnTo>
                    <a:pt x="437" y="600"/>
                  </a:lnTo>
                  <a:lnTo>
                    <a:pt x="435" y="614"/>
                  </a:lnTo>
                  <a:lnTo>
                    <a:pt x="451" y="632"/>
                  </a:lnTo>
                  <a:lnTo>
                    <a:pt x="457" y="630"/>
                  </a:lnTo>
                  <a:lnTo>
                    <a:pt x="455" y="640"/>
                  </a:lnTo>
                  <a:lnTo>
                    <a:pt x="479" y="640"/>
                  </a:lnTo>
                  <a:lnTo>
                    <a:pt x="507" y="618"/>
                  </a:lnTo>
                  <a:lnTo>
                    <a:pt x="515" y="602"/>
                  </a:lnTo>
                  <a:lnTo>
                    <a:pt x="525" y="606"/>
                  </a:lnTo>
                  <a:lnTo>
                    <a:pt x="531" y="592"/>
                  </a:lnTo>
                  <a:lnTo>
                    <a:pt x="529" y="586"/>
                  </a:lnTo>
                  <a:lnTo>
                    <a:pt x="531" y="588"/>
                  </a:lnTo>
                  <a:lnTo>
                    <a:pt x="533" y="596"/>
                  </a:lnTo>
                  <a:lnTo>
                    <a:pt x="541" y="600"/>
                  </a:lnTo>
                  <a:lnTo>
                    <a:pt x="539" y="604"/>
                  </a:lnTo>
                  <a:lnTo>
                    <a:pt x="541" y="622"/>
                  </a:lnTo>
                  <a:lnTo>
                    <a:pt x="545" y="632"/>
                  </a:lnTo>
                  <a:lnTo>
                    <a:pt x="545" y="632"/>
                  </a:lnTo>
                  <a:lnTo>
                    <a:pt x="543" y="636"/>
                  </a:lnTo>
                  <a:lnTo>
                    <a:pt x="551" y="638"/>
                  </a:lnTo>
                  <a:lnTo>
                    <a:pt x="551" y="648"/>
                  </a:lnTo>
                  <a:lnTo>
                    <a:pt x="553" y="648"/>
                  </a:lnTo>
                  <a:lnTo>
                    <a:pt x="553" y="662"/>
                  </a:lnTo>
                  <a:lnTo>
                    <a:pt x="573" y="688"/>
                  </a:lnTo>
                  <a:lnTo>
                    <a:pt x="567" y="692"/>
                  </a:lnTo>
                  <a:lnTo>
                    <a:pt x="569" y="698"/>
                  </a:lnTo>
                  <a:lnTo>
                    <a:pt x="563" y="700"/>
                  </a:lnTo>
                  <a:lnTo>
                    <a:pt x="565" y="702"/>
                  </a:lnTo>
                  <a:lnTo>
                    <a:pt x="557" y="706"/>
                  </a:lnTo>
                  <a:lnTo>
                    <a:pt x="545" y="704"/>
                  </a:lnTo>
                  <a:lnTo>
                    <a:pt x="549" y="710"/>
                  </a:lnTo>
                  <a:lnTo>
                    <a:pt x="537" y="716"/>
                  </a:lnTo>
                  <a:lnTo>
                    <a:pt x="541" y="722"/>
                  </a:lnTo>
                  <a:lnTo>
                    <a:pt x="545" y="736"/>
                  </a:lnTo>
                  <a:lnTo>
                    <a:pt x="553" y="738"/>
                  </a:lnTo>
                  <a:lnTo>
                    <a:pt x="553" y="738"/>
                  </a:lnTo>
                  <a:lnTo>
                    <a:pt x="553" y="738"/>
                  </a:lnTo>
                  <a:lnTo>
                    <a:pt x="553" y="740"/>
                  </a:lnTo>
                  <a:lnTo>
                    <a:pt x="553" y="742"/>
                  </a:lnTo>
                  <a:lnTo>
                    <a:pt x="553" y="742"/>
                  </a:lnTo>
                  <a:lnTo>
                    <a:pt x="553" y="742"/>
                  </a:lnTo>
                  <a:lnTo>
                    <a:pt x="547" y="740"/>
                  </a:lnTo>
                  <a:lnTo>
                    <a:pt x="541" y="742"/>
                  </a:lnTo>
                  <a:lnTo>
                    <a:pt x="541" y="740"/>
                  </a:lnTo>
                  <a:lnTo>
                    <a:pt x="539" y="740"/>
                  </a:lnTo>
                  <a:lnTo>
                    <a:pt x="541" y="732"/>
                  </a:lnTo>
                  <a:lnTo>
                    <a:pt x="535" y="718"/>
                  </a:lnTo>
                  <a:lnTo>
                    <a:pt x="523" y="720"/>
                  </a:lnTo>
                  <a:lnTo>
                    <a:pt x="519" y="722"/>
                  </a:lnTo>
                  <a:lnTo>
                    <a:pt x="519" y="722"/>
                  </a:lnTo>
                  <a:lnTo>
                    <a:pt x="517" y="720"/>
                  </a:lnTo>
                  <a:lnTo>
                    <a:pt x="523" y="720"/>
                  </a:lnTo>
                  <a:lnTo>
                    <a:pt x="521" y="714"/>
                  </a:lnTo>
                  <a:lnTo>
                    <a:pt x="529" y="710"/>
                  </a:lnTo>
                  <a:lnTo>
                    <a:pt x="529" y="706"/>
                  </a:lnTo>
                  <a:lnTo>
                    <a:pt x="531" y="706"/>
                  </a:lnTo>
                  <a:lnTo>
                    <a:pt x="539" y="698"/>
                  </a:lnTo>
                  <a:lnTo>
                    <a:pt x="539" y="690"/>
                  </a:lnTo>
                  <a:lnTo>
                    <a:pt x="529" y="690"/>
                  </a:lnTo>
                  <a:lnTo>
                    <a:pt x="531" y="684"/>
                  </a:lnTo>
                  <a:lnTo>
                    <a:pt x="525" y="684"/>
                  </a:lnTo>
                  <a:lnTo>
                    <a:pt x="533" y="664"/>
                  </a:lnTo>
                  <a:lnTo>
                    <a:pt x="531" y="644"/>
                  </a:lnTo>
                  <a:lnTo>
                    <a:pt x="487" y="676"/>
                  </a:lnTo>
                  <a:lnTo>
                    <a:pt x="483" y="694"/>
                  </a:lnTo>
                  <a:lnTo>
                    <a:pt x="483" y="724"/>
                  </a:lnTo>
                  <a:lnTo>
                    <a:pt x="493" y="732"/>
                  </a:lnTo>
                  <a:lnTo>
                    <a:pt x="493" y="740"/>
                  </a:lnTo>
                  <a:lnTo>
                    <a:pt x="493" y="740"/>
                  </a:lnTo>
                  <a:lnTo>
                    <a:pt x="493" y="744"/>
                  </a:lnTo>
                  <a:lnTo>
                    <a:pt x="493" y="746"/>
                  </a:lnTo>
                  <a:lnTo>
                    <a:pt x="495" y="746"/>
                  </a:lnTo>
                  <a:lnTo>
                    <a:pt x="499" y="756"/>
                  </a:lnTo>
                  <a:lnTo>
                    <a:pt x="493" y="762"/>
                  </a:lnTo>
                  <a:lnTo>
                    <a:pt x="501" y="776"/>
                  </a:lnTo>
                  <a:lnTo>
                    <a:pt x="493" y="778"/>
                  </a:lnTo>
                  <a:lnTo>
                    <a:pt x="493" y="786"/>
                  </a:lnTo>
                  <a:lnTo>
                    <a:pt x="489" y="788"/>
                  </a:lnTo>
                  <a:lnTo>
                    <a:pt x="487" y="782"/>
                  </a:lnTo>
                  <a:lnTo>
                    <a:pt x="479" y="780"/>
                  </a:lnTo>
                  <a:lnTo>
                    <a:pt x="469" y="782"/>
                  </a:lnTo>
                  <a:lnTo>
                    <a:pt x="463" y="792"/>
                  </a:lnTo>
                  <a:lnTo>
                    <a:pt x="461" y="788"/>
                  </a:lnTo>
                  <a:lnTo>
                    <a:pt x="435" y="796"/>
                  </a:lnTo>
                  <a:lnTo>
                    <a:pt x="435" y="796"/>
                  </a:lnTo>
                  <a:lnTo>
                    <a:pt x="427" y="796"/>
                  </a:lnTo>
                  <a:lnTo>
                    <a:pt x="421" y="806"/>
                  </a:lnTo>
                  <a:lnTo>
                    <a:pt x="425" y="808"/>
                  </a:lnTo>
                  <a:lnTo>
                    <a:pt x="411" y="838"/>
                  </a:lnTo>
                  <a:lnTo>
                    <a:pt x="415" y="846"/>
                  </a:lnTo>
                  <a:lnTo>
                    <a:pt x="401" y="850"/>
                  </a:lnTo>
                  <a:lnTo>
                    <a:pt x="407" y="852"/>
                  </a:lnTo>
                  <a:lnTo>
                    <a:pt x="401" y="854"/>
                  </a:lnTo>
                  <a:lnTo>
                    <a:pt x="401" y="852"/>
                  </a:lnTo>
                  <a:lnTo>
                    <a:pt x="399" y="854"/>
                  </a:lnTo>
                  <a:lnTo>
                    <a:pt x="391" y="854"/>
                  </a:lnTo>
                  <a:lnTo>
                    <a:pt x="395" y="856"/>
                  </a:lnTo>
                  <a:lnTo>
                    <a:pt x="387" y="862"/>
                  </a:lnTo>
                  <a:lnTo>
                    <a:pt x="368" y="868"/>
                  </a:lnTo>
                  <a:lnTo>
                    <a:pt x="366" y="888"/>
                  </a:lnTo>
                  <a:lnTo>
                    <a:pt x="340" y="902"/>
                  </a:lnTo>
                  <a:lnTo>
                    <a:pt x="338" y="910"/>
                  </a:lnTo>
                  <a:lnTo>
                    <a:pt x="320" y="912"/>
                  </a:lnTo>
                  <a:lnTo>
                    <a:pt x="314" y="904"/>
                  </a:lnTo>
                  <a:lnTo>
                    <a:pt x="300" y="902"/>
                  </a:lnTo>
                  <a:lnTo>
                    <a:pt x="306" y="934"/>
                  </a:lnTo>
                  <a:lnTo>
                    <a:pt x="288" y="934"/>
                  </a:lnTo>
                  <a:lnTo>
                    <a:pt x="272" y="928"/>
                  </a:lnTo>
                  <a:lnTo>
                    <a:pt x="246" y="936"/>
                  </a:lnTo>
                  <a:lnTo>
                    <a:pt x="244" y="946"/>
                  </a:lnTo>
                  <a:lnTo>
                    <a:pt x="248" y="946"/>
                  </a:lnTo>
                  <a:lnTo>
                    <a:pt x="248" y="946"/>
                  </a:lnTo>
                  <a:lnTo>
                    <a:pt x="250" y="948"/>
                  </a:lnTo>
                  <a:lnTo>
                    <a:pt x="244" y="950"/>
                  </a:lnTo>
                  <a:lnTo>
                    <a:pt x="256" y="962"/>
                  </a:lnTo>
                  <a:lnTo>
                    <a:pt x="262" y="960"/>
                  </a:lnTo>
                  <a:lnTo>
                    <a:pt x="288" y="968"/>
                  </a:lnTo>
                  <a:lnTo>
                    <a:pt x="290" y="974"/>
                  </a:lnTo>
                  <a:lnTo>
                    <a:pt x="294" y="976"/>
                  </a:lnTo>
                  <a:lnTo>
                    <a:pt x="296" y="986"/>
                  </a:lnTo>
                  <a:lnTo>
                    <a:pt x="302" y="996"/>
                  </a:lnTo>
                  <a:lnTo>
                    <a:pt x="314" y="1002"/>
                  </a:lnTo>
                  <a:lnTo>
                    <a:pt x="314" y="1014"/>
                  </a:lnTo>
                  <a:lnTo>
                    <a:pt x="316" y="1020"/>
                  </a:lnTo>
                  <a:lnTo>
                    <a:pt x="312" y="1042"/>
                  </a:lnTo>
                  <a:lnTo>
                    <a:pt x="316" y="1044"/>
                  </a:lnTo>
                  <a:lnTo>
                    <a:pt x="310" y="1070"/>
                  </a:lnTo>
                  <a:lnTo>
                    <a:pt x="304" y="1074"/>
                  </a:lnTo>
                  <a:lnTo>
                    <a:pt x="184" y="1066"/>
                  </a:lnTo>
                  <a:lnTo>
                    <a:pt x="178" y="1076"/>
                  </a:lnTo>
                  <a:lnTo>
                    <a:pt x="168" y="1078"/>
                  </a:lnTo>
                  <a:lnTo>
                    <a:pt x="160" y="1086"/>
                  </a:lnTo>
                  <a:lnTo>
                    <a:pt x="170" y="1096"/>
                  </a:lnTo>
                  <a:lnTo>
                    <a:pt x="168" y="1100"/>
                  </a:lnTo>
                  <a:lnTo>
                    <a:pt x="170" y="1108"/>
                  </a:lnTo>
                  <a:lnTo>
                    <a:pt x="172" y="1108"/>
                  </a:lnTo>
                  <a:lnTo>
                    <a:pt x="170" y="1116"/>
                  </a:lnTo>
                  <a:lnTo>
                    <a:pt x="170" y="1116"/>
                  </a:lnTo>
                  <a:lnTo>
                    <a:pt x="170" y="1118"/>
                  </a:lnTo>
                  <a:lnTo>
                    <a:pt x="168" y="1122"/>
                  </a:lnTo>
                  <a:lnTo>
                    <a:pt x="170" y="1122"/>
                  </a:lnTo>
                  <a:lnTo>
                    <a:pt x="172" y="1138"/>
                  </a:lnTo>
                  <a:lnTo>
                    <a:pt x="158" y="1192"/>
                  </a:lnTo>
                  <a:lnTo>
                    <a:pt x="166" y="1202"/>
                  </a:lnTo>
                  <a:lnTo>
                    <a:pt x="172" y="1200"/>
                  </a:lnTo>
                  <a:lnTo>
                    <a:pt x="168" y="1234"/>
                  </a:lnTo>
                  <a:lnTo>
                    <a:pt x="198" y="1230"/>
                  </a:lnTo>
                  <a:lnTo>
                    <a:pt x="212" y="1234"/>
                  </a:lnTo>
                  <a:lnTo>
                    <a:pt x="222" y="1252"/>
                  </a:lnTo>
                  <a:lnTo>
                    <a:pt x="236" y="1258"/>
                  </a:lnTo>
                  <a:lnTo>
                    <a:pt x="226" y="1264"/>
                  </a:lnTo>
                  <a:lnTo>
                    <a:pt x="210" y="1300"/>
                  </a:lnTo>
                  <a:lnTo>
                    <a:pt x="178" y="1320"/>
                  </a:lnTo>
                  <a:lnTo>
                    <a:pt x="164" y="1336"/>
                  </a:lnTo>
                  <a:lnTo>
                    <a:pt x="160" y="1346"/>
                  </a:lnTo>
                  <a:lnTo>
                    <a:pt x="150" y="1362"/>
                  </a:lnTo>
                  <a:lnTo>
                    <a:pt x="148" y="1380"/>
                  </a:lnTo>
                  <a:lnTo>
                    <a:pt x="152" y="1390"/>
                  </a:lnTo>
                  <a:lnTo>
                    <a:pt x="146" y="1400"/>
                  </a:lnTo>
                  <a:lnTo>
                    <a:pt x="142" y="1408"/>
                  </a:lnTo>
                  <a:lnTo>
                    <a:pt x="118" y="1428"/>
                  </a:lnTo>
                  <a:lnTo>
                    <a:pt x="92" y="1436"/>
                  </a:lnTo>
                  <a:lnTo>
                    <a:pt x="90" y="1440"/>
                  </a:lnTo>
                  <a:lnTo>
                    <a:pt x="82" y="1458"/>
                  </a:lnTo>
                  <a:lnTo>
                    <a:pt x="64" y="1474"/>
                  </a:lnTo>
                  <a:lnTo>
                    <a:pt x="56" y="1496"/>
                  </a:lnTo>
                  <a:lnTo>
                    <a:pt x="40" y="1518"/>
                  </a:lnTo>
                  <a:lnTo>
                    <a:pt x="26" y="1550"/>
                  </a:lnTo>
                  <a:lnTo>
                    <a:pt x="20" y="1552"/>
                  </a:lnTo>
                  <a:lnTo>
                    <a:pt x="16" y="1578"/>
                  </a:lnTo>
                  <a:lnTo>
                    <a:pt x="18" y="1580"/>
                  </a:lnTo>
                  <a:lnTo>
                    <a:pt x="20" y="1580"/>
                  </a:lnTo>
                  <a:lnTo>
                    <a:pt x="20" y="1580"/>
                  </a:lnTo>
                  <a:lnTo>
                    <a:pt x="28" y="1592"/>
                  </a:lnTo>
                  <a:lnTo>
                    <a:pt x="30" y="1602"/>
                  </a:lnTo>
                  <a:lnTo>
                    <a:pt x="24" y="1610"/>
                  </a:lnTo>
                  <a:lnTo>
                    <a:pt x="32" y="1628"/>
                  </a:lnTo>
                  <a:lnTo>
                    <a:pt x="32" y="1644"/>
                  </a:lnTo>
                  <a:lnTo>
                    <a:pt x="22" y="1674"/>
                  </a:lnTo>
                  <a:lnTo>
                    <a:pt x="22" y="1674"/>
                  </a:lnTo>
                  <a:lnTo>
                    <a:pt x="22" y="1682"/>
                  </a:lnTo>
                  <a:lnTo>
                    <a:pt x="16" y="1692"/>
                  </a:lnTo>
                  <a:lnTo>
                    <a:pt x="0" y="1702"/>
                  </a:lnTo>
                  <a:lnTo>
                    <a:pt x="8" y="1704"/>
                  </a:lnTo>
                  <a:lnTo>
                    <a:pt x="22" y="1724"/>
                  </a:lnTo>
                  <a:lnTo>
                    <a:pt x="16" y="1728"/>
                  </a:lnTo>
                  <a:lnTo>
                    <a:pt x="18" y="1734"/>
                  </a:lnTo>
                  <a:lnTo>
                    <a:pt x="18" y="1744"/>
                  </a:lnTo>
                  <a:lnTo>
                    <a:pt x="14" y="1744"/>
                  </a:lnTo>
                  <a:lnTo>
                    <a:pt x="18" y="1748"/>
                  </a:lnTo>
                  <a:lnTo>
                    <a:pt x="18" y="1750"/>
                  </a:lnTo>
                  <a:lnTo>
                    <a:pt x="20" y="1750"/>
                  </a:lnTo>
                  <a:lnTo>
                    <a:pt x="38" y="1764"/>
                  </a:lnTo>
                  <a:lnTo>
                    <a:pt x="42" y="1762"/>
                  </a:lnTo>
                  <a:lnTo>
                    <a:pt x="44" y="1772"/>
                  </a:lnTo>
                  <a:lnTo>
                    <a:pt x="50" y="1778"/>
                  </a:lnTo>
                  <a:lnTo>
                    <a:pt x="54" y="1784"/>
                  </a:lnTo>
                  <a:lnTo>
                    <a:pt x="58" y="1780"/>
                  </a:lnTo>
                  <a:lnTo>
                    <a:pt x="64" y="1792"/>
                  </a:lnTo>
                  <a:lnTo>
                    <a:pt x="72" y="1796"/>
                  </a:lnTo>
                  <a:lnTo>
                    <a:pt x="84" y="1810"/>
                  </a:lnTo>
                  <a:lnTo>
                    <a:pt x="88" y="1822"/>
                  </a:lnTo>
                  <a:lnTo>
                    <a:pt x="84" y="1824"/>
                  </a:lnTo>
                  <a:lnTo>
                    <a:pt x="92" y="1836"/>
                  </a:lnTo>
                  <a:lnTo>
                    <a:pt x="96" y="1838"/>
                  </a:lnTo>
                  <a:lnTo>
                    <a:pt x="88" y="1838"/>
                  </a:lnTo>
                  <a:lnTo>
                    <a:pt x="96" y="1846"/>
                  </a:lnTo>
                  <a:lnTo>
                    <a:pt x="100" y="1844"/>
                  </a:lnTo>
                  <a:lnTo>
                    <a:pt x="102" y="1846"/>
                  </a:lnTo>
                  <a:lnTo>
                    <a:pt x="118" y="1852"/>
                  </a:lnTo>
                  <a:lnTo>
                    <a:pt x="160" y="1888"/>
                  </a:lnTo>
                  <a:lnTo>
                    <a:pt x="192" y="1900"/>
                  </a:lnTo>
                  <a:lnTo>
                    <a:pt x="192" y="1902"/>
                  </a:lnTo>
                  <a:lnTo>
                    <a:pt x="194" y="1902"/>
                  </a:lnTo>
                  <a:lnTo>
                    <a:pt x="196" y="1904"/>
                  </a:lnTo>
                  <a:lnTo>
                    <a:pt x="196" y="1902"/>
                  </a:lnTo>
                  <a:lnTo>
                    <a:pt x="200" y="1902"/>
                  </a:lnTo>
                  <a:lnTo>
                    <a:pt x="222" y="1894"/>
                  </a:lnTo>
                  <a:lnTo>
                    <a:pt x="246" y="1888"/>
                  </a:lnTo>
                  <a:lnTo>
                    <a:pt x="276" y="1888"/>
                  </a:lnTo>
                  <a:lnTo>
                    <a:pt x="300" y="1898"/>
                  </a:lnTo>
                  <a:lnTo>
                    <a:pt x="340" y="1878"/>
                  </a:lnTo>
                  <a:lnTo>
                    <a:pt x="356" y="1878"/>
                  </a:lnTo>
                  <a:lnTo>
                    <a:pt x="362" y="1870"/>
                  </a:lnTo>
                  <a:lnTo>
                    <a:pt x="372" y="1868"/>
                  </a:lnTo>
                  <a:lnTo>
                    <a:pt x="389" y="1866"/>
                  </a:lnTo>
                  <a:lnTo>
                    <a:pt x="413" y="1864"/>
                  </a:lnTo>
                  <a:lnTo>
                    <a:pt x="425" y="1868"/>
                  </a:lnTo>
                  <a:lnTo>
                    <a:pt x="427" y="1874"/>
                  </a:lnTo>
                  <a:lnTo>
                    <a:pt x="435" y="1882"/>
                  </a:lnTo>
                  <a:lnTo>
                    <a:pt x="435" y="1892"/>
                  </a:lnTo>
                  <a:lnTo>
                    <a:pt x="451" y="1906"/>
                  </a:lnTo>
                  <a:lnTo>
                    <a:pt x="465" y="1902"/>
                  </a:lnTo>
                  <a:lnTo>
                    <a:pt x="469" y="1898"/>
                  </a:lnTo>
                  <a:lnTo>
                    <a:pt x="489" y="1902"/>
                  </a:lnTo>
                  <a:lnTo>
                    <a:pt x="491" y="1896"/>
                  </a:lnTo>
                  <a:lnTo>
                    <a:pt x="493" y="1900"/>
                  </a:lnTo>
                  <a:lnTo>
                    <a:pt x="499" y="1900"/>
                  </a:lnTo>
                  <a:lnTo>
                    <a:pt x="501" y="1908"/>
                  </a:lnTo>
                  <a:lnTo>
                    <a:pt x="513" y="1908"/>
                  </a:lnTo>
                  <a:lnTo>
                    <a:pt x="511" y="1914"/>
                  </a:lnTo>
                  <a:lnTo>
                    <a:pt x="519" y="1922"/>
                  </a:lnTo>
                  <a:lnTo>
                    <a:pt x="513" y="1940"/>
                  </a:lnTo>
                  <a:lnTo>
                    <a:pt x="507" y="1960"/>
                  </a:lnTo>
                  <a:lnTo>
                    <a:pt x="511" y="1964"/>
                  </a:lnTo>
                  <a:lnTo>
                    <a:pt x="511" y="1966"/>
                  </a:lnTo>
                  <a:lnTo>
                    <a:pt x="507" y="1972"/>
                  </a:lnTo>
                  <a:lnTo>
                    <a:pt x="509" y="1974"/>
                  </a:lnTo>
                  <a:lnTo>
                    <a:pt x="507" y="1974"/>
                  </a:lnTo>
                  <a:lnTo>
                    <a:pt x="505" y="1988"/>
                  </a:lnTo>
                  <a:lnTo>
                    <a:pt x="497" y="1994"/>
                  </a:lnTo>
                  <a:lnTo>
                    <a:pt x="507" y="2020"/>
                  </a:lnTo>
                  <a:lnTo>
                    <a:pt x="541" y="2056"/>
                  </a:lnTo>
                  <a:lnTo>
                    <a:pt x="541" y="2056"/>
                  </a:lnTo>
                  <a:lnTo>
                    <a:pt x="541" y="2058"/>
                  </a:lnTo>
                  <a:lnTo>
                    <a:pt x="545" y="2060"/>
                  </a:lnTo>
                  <a:lnTo>
                    <a:pt x="545" y="2060"/>
                  </a:lnTo>
                  <a:lnTo>
                    <a:pt x="551" y="2068"/>
                  </a:lnTo>
                  <a:lnTo>
                    <a:pt x="559" y="2078"/>
                  </a:lnTo>
                  <a:lnTo>
                    <a:pt x="563" y="2092"/>
                  </a:lnTo>
                  <a:lnTo>
                    <a:pt x="563" y="2098"/>
                  </a:lnTo>
                  <a:lnTo>
                    <a:pt x="563" y="2098"/>
                  </a:lnTo>
                  <a:lnTo>
                    <a:pt x="563" y="2100"/>
                  </a:lnTo>
                  <a:lnTo>
                    <a:pt x="563" y="2102"/>
                  </a:lnTo>
                  <a:lnTo>
                    <a:pt x="565" y="2102"/>
                  </a:lnTo>
                  <a:lnTo>
                    <a:pt x="579" y="2138"/>
                  </a:lnTo>
                  <a:lnTo>
                    <a:pt x="581" y="2146"/>
                  </a:lnTo>
                  <a:lnTo>
                    <a:pt x="577" y="2154"/>
                  </a:lnTo>
                  <a:lnTo>
                    <a:pt x="583" y="2172"/>
                  </a:lnTo>
                  <a:lnTo>
                    <a:pt x="589" y="2180"/>
                  </a:lnTo>
                  <a:lnTo>
                    <a:pt x="589" y="2190"/>
                  </a:lnTo>
                  <a:lnTo>
                    <a:pt x="587" y="2210"/>
                  </a:lnTo>
                  <a:lnTo>
                    <a:pt x="575" y="2222"/>
                  </a:lnTo>
                  <a:lnTo>
                    <a:pt x="565" y="2242"/>
                  </a:lnTo>
                  <a:lnTo>
                    <a:pt x="551" y="2282"/>
                  </a:lnTo>
                  <a:lnTo>
                    <a:pt x="551" y="2310"/>
                  </a:lnTo>
                  <a:lnTo>
                    <a:pt x="551" y="2310"/>
                  </a:lnTo>
                  <a:lnTo>
                    <a:pt x="551" y="2310"/>
                  </a:lnTo>
                  <a:lnTo>
                    <a:pt x="551" y="2316"/>
                  </a:lnTo>
                  <a:lnTo>
                    <a:pt x="551" y="2316"/>
                  </a:lnTo>
                  <a:lnTo>
                    <a:pt x="551" y="2326"/>
                  </a:lnTo>
                  <a:lnTo>
                    <a:pt x="569" y="2354"/>
                  </a:lnTo>
                  <a:lnTo>
                    <a:pt x="601" y="2414"/>
                  </a:lnTo>
                  <a:lnTo>
                    <a:pt x="603" y="2448"/>
                  </a:lnTo>
                  <a:lnTo>
                    <a:pt x="609" y="2464"/>
                  </a:lnTo>
                  <a:lnTo>
                    <a:pt x="611" y="2480"/>
                  </a:lnTo>
                  <a:lnTo>
                    <a:pt x="617" y="2516"/>
                  </a:lnTo>
                  <a:lnTo>
                    <a:pt x="627" y="2530"/>
                  </a:lnTo>
                  <a:lnTo>
                    <a:pt x="641" y="2542"/>
                  </a:lnTo>
                  <a:lnTo>
                    <a:pt x="659" y="2586"/>
                  </a:lnTo>
                  <a:lnTo>
                    <a:pt x="675" y="2612"/>
                  </a:lnTo>
                  <a:lnTo>
                    <a:pt x="675" y="2626"/>
                  </a:lnTo>
                  <a:lnTo>
                    <a:pt x="673" y="2628"/>
                  </a:lnTo>
                  <a:lnTo>
                    <a:pt x="669" y="2626"/>
                  </a:lnTo>
                  <a:lnTo>
                    <a:pt x="667" y="2636"/>
                  </a:lnTo>
                  <a:lnTo>
                    <a:pt x="679" y="2654"/>
                  </a:lnTo>
                  <a:lnTo>
                    <a:pt x="679" y="2664"/>
                  </a:lnTo>
                  <a:lnTo>
                    <a:pt x="685" y="2664"/>
                  </a:lnTo>
                  <a:lnTo>
                    <a:pt x="685" y="2668"/>
                  </a:lnTo>
                  <a:lnTo>
                    <a:pt x="711" y="2678"/>
                  </a:lnTo>
                  <a:lnTo>
                    <a:pt x="719" y="2672"/>
                  </a:lnTo>
                  <a:lnTo>
                    <a:pt x="745" y="2670"/>
                  </a:lnTo>
                  <a:lnTo>
                    <a:pt x="759" y="2662"/>
                  </a:lnTo>
                  <a:lnTo>
                    <a:pt x="803" y="2666"/>
                  </a:lnTo>
                  <a:lnTo>
                    <a:pt x="805" y="2662"/>
                  </a:lnTo>
                  <a:lnTo>
                    <a:pt x="821" y="2664"/>
                  </a:lnTo>
                  <a:lnTo>
                    <a:pt x="821" y="2656"/>
                  </a:lnTo>
                  <a:lnTo>
                    <a:pt x="847" y="2652"/>
                  </a:lnTo>
                  <a:lnTo>
                    <a:pt x="873" y="2630"/>
                  </a:lnTo>
                  <a:lnTo>
                    <a:pt x="903" y="2596"/>
                  </a:lnTo>
                  <a:lnTo>
                    <a:pt x="927" y="2556"/>
                  </a:lnTo>
                  <a:lnTo>
                    <a:pt x="947" y="2538"/>
                  </a:lnTo>
                  <a:lnTo>
                    <a:pt x="955" y="2502"/>
                  </a:lnTo>
                  <a:lnTo>
                    <a:pt x="955" y="2502"/>
                  </a:lnTo>
                  <a:lnTo>
                    <a:pt x="955" y="2500"/>
                  </a:lnTo>
                  <a:lnTo>
                    <a:pt x="955" y="2498"/>
                  </a:lnTo>
                  <a:lnTo>
                    <a:pt x="955" y="2498"/>
                  </a:lnTo>
                  <a:lnTo>
                    <a:pt x="955" y="2486"/>
                  </a:lnTo>
                  <a:lnTo>
                    <a:pt x="951" y="2486"/>
                  </a:lnTo>
                  <a:lnTo>
                    <a:pt x="949" y="2488"/>
                  </a:lnTo>
                  <a:lnTo>
                    <a:pt x="949" y="2486"/>
                  </a:lnTo>
                  <a:lnTo>
                    <a:pt x="953" y="2478"/>
                  </a:lnTo>
                  <a:lnTo>
                    <a:pt x="989" y="2462"/>
                  </a:lnTo>
                  <a:lnTo>
                    <a:pt x="1001" y="2450"/>
                  </a:lnTo>
                  <a:lnTo>
                    <a:pt x="1003" y="2442"/>
                  </a:lnTo>
                  <a:lnTo>
                    <a:pt x="999" y="2440"/>
                  </a:lnTo>
                  <a:lnTo>
                    <a:pt x="1005" y="2400"/>
                  </a:lnTo>
                  <a:lnTo>
                    <a:pt x="1001" y="2404"/>
                  </a:lnTo>
                  <a:lnTo>
                    <a:pt x="993" y="2380"/>
                  </a:lnTo>
                  <a:lnTo>
                    <a:pt x="989" y="2374"/>
                  </a:lnTo>
                  <a:lnTo>
                    <a:pt x="989" y="2364"/>
                  </a:lnTo>
                  <a:lnTo>
                    <a:pt x="1011" y="2344"/>
                  </a:lnTo>
                  <a:lnTo>
                    <a:pt x="1013" y="2342"/>
                  </a:lnTo>
                  <a:lnTo>
                    <a:pt x="1015" y="2346"/>
                  </a:lnTo>
                  <a:lnTo>
                    <a:pt x="1027" y="2330"/>
                  </a:lnTo>
                  <a:lnTo>
                    <a:pt x="1025" y="2328"/>
                  </a:lnTo>
                  <a:lnTo>
                    <a:pt x="1039" y="2318"/>
                  </a:lnTo>
                  <a:lnTo>
                    <a:pt x="1069" y="2306"/>
                  </a:lnTo>
                  <a:lnTo>
                    <a:pt x="1083" y="2296"/>
                  </a:lnTo>
                  <a:lnTo>
                    <a:pt x="1083" y="2292"/>
                  </a:lnTo>
                  <a:lnTo>
                    <a:pt x="1097" y="2278"/>
                  </a:lnTo>
                  <a:lnTo>
                    <a:pt x="1099" y="2270"/>
                  </a:lnTo>
                  <a:lnTo>
                    <a:pt x="1097" y="2268"/>
                  </a:lnTo>
                  <a:lnTo>
                    <a:pt x="1103" y="2260"/>
                  </a:lnTo>
                  <a:lnTo>
                    <a:pt x="1099" y="2246"/>
                  </a:lnTo>
                  <a:lnTo>
                    <a:pt x="1097" y="2246"/>
                  </a:lnTo>
                  <a:lnTo>
                    <a:pt x="1097" y="2224"/>
                  </a:lnTo>
                  <a:lnTo>
                    <a:pt x="1095" y="2204"/>
                  </a:lnTo>
                  <a:lnTo>
                    <a:pt x="1103" y="2188"/>
                  </a:lnTo>
                  <a:lnTo>
                    <a:pt x="1099" y="2176"/>
                  </a:lnTo>
                  <a:lnTo>
                    <a:pt x="1099" y="2176"/>
                  </a:lnTo>
                  <a:lnTo>
                    <a:pt x="1087" y="2168"/>
                  </a:lnTo>
                  <a:lnTo>
                    <a:pt x="1079" y="2148"/>
                  </a:lnTo>
                  <a:lnTo>
                    <a:pt x="1077" y="2138"/>
                  </a:lnTo>
                  <a:lnTo>
                    <a:pt x="1083" y="2114"/>
                  </a:lnTo>
                  <a:lnTo>
                    <a:pt x="1069" y="2100"/>
                  </a:lnTo>
                  <a:lnTo>
                    <a:pt x="1077" y="2070"/>
                  </a:lnTo>
                  <a:lnTo>
                    <a:pt x="1083" y="2064"/>
                  </a:lnTo>
                  <a:lnTo>
                    <a:pt x="1097" y="2034"/>
                  </a:lnTo>
                  <a:lnTo>
                    <a:pt x="1117" y="2016"/>
                  </a:lnTo>
                  <a:lnTo>
                    <a:pt x="1117" y="2016"/>
                  </a:lnTo>
                  <a:lnTo>
                    <a:pt x="1119" y="2014"/>
                  </a:lnTo>
                  <a:lnTo>
                    <a:pt x="1119" y="2014"/>
                  </a:lnTo>
                  <a:lnTo>
                    <a:pt x="1119" y="2014"/>
                  </a:lnTo>
                  <a:lnTo>
                    <a:pt x="1137" y="1992"/>
                  </a:lnTo>
                  <a:lnTo>
                    <a:pt x="1137" y="1988"/>
                  </a:lnTo>
                  <a:lnTo>
                    <a:pt x="1143" y="1986"/>
                  </a:lnTo>
                  <a:lnTo>
                    <a:pt x="1181" y="1950"/>
                  </a:lnTo>
                  <a:lnTo>
                    <a:pt x="1199" y="1942"/>
                  </a:lnTo>
                  <a:lnTo>
                    <a:pt x="1233" y="1908"/>
                  </a:lnTo>
                  <a:lnTo>
                    <a:pt x="1245" y="1888"/>
                  </a:lnTo>
                  <a:lnTo>
                    <a:pt x="1257" y="1876"/>
                  </a:lnTo>
                  <a:lnTo>
                    <a:pt x="1273" y="1834"/>
                  </a:lnTo>
                  <a:lnTo>
                    <a:pt x="1279" y="1830"/>
                  </a:lnTo>
                  <a:lnTo>
                    <a:pt x="1289" y="1812"/>
                  </a:lnTo>
                  <a:lnTo>
                    <a:pt x="1293" y="1792"/>
                  </a:lnTo>
                  <a:lnTo>
                    <a:pt x="1299" y="1792"/>
                  </a:lnTo>
                  <a:lnTo>
                    <a:pt x="1301" y="1786"/>
                  </a:lnTo>
                  <a:lnTo>
                    <a:pt x="1297" y="1786"/>
                  </a:lnTo>
                  <a:lnTo>
                    <a:pt x="1299" y="1784"/>
                  </a:lnTo>
                  <a:lnTo>
                    <a:pt x="1297" y="1770"/>
                  </a:lnTo>
                  <a:lnTo>
                    <a:pt x="1299" y="1760"/>
                  </a:lnTo>
                  <a:lnTo>
                    <a:pt x="1287" y="1754"/>
                  </a:lnTo>
                  <a:lnTo>
                    <a:pt x="1277" y="1762"/>
                  </a:lnTo>
                  <a:lnTo>
                    <a:pt x="1259" y="1766"/>
                  </a:lnTo>
                  <a:lnTo>
                    <a:pt x="1223" y="1770"/>
                  </a:lnTo>
                  <a:lnTo>
                    <a:pt x="1209" y="1778"/>
                  </a:lnTo>
                  <a:lnTo>
                    <a:pt x="1195" y="1774"/>
                  </a:lnTo>
                  <a:lnTo>
                    <a:pt x="1181" y="1784"/>
                  </a:lnTo>
                  <a:lnTo>
                    <a:pt x="1171" y="1784"/>
                  </a:lnTo>
                  <a:lnTo>
                    <a:pt x="1151" y="1766"/>
                  </a:lnTo>
                  <a:lnTo>
                    <a:pt x="1153" y="1764"/>
                  </a:lnTo>
                  <a:lnTo>
                    <a:pt x="1149" y="1764"/>
                  </a:lnTo>
                  <a:lnTo>
                    <a:pt x="1147" y="1762"/>
                  </a:lnTo>
                  <a:lnTo>
                    <a:pt x="1147" y="1764"/>
                  </a:lnTo>
                  <a:lnTo>
                    <a:pt x="1143" y="1762"/>
                  </a:lnTo>
                  <a:lnTo>
                    <a:pt x="1153" y="1758"/>
                  </a:lnTo>
                  <a:lnTo>
                    <a:pt x="1151" y="1746"/>
                  </a:lnTo>
                  <a:lnTo>
                    <a:pt x="1147" y="1742"/>
                  </a:lnTo>
                  <a:lnTo>
                    <a:pt x="1149" y="1742"/>
                  </a:lnTo>
                  <a:lnTo>
                    <a:pt x="1151" y="1744"/>
                  </a:lnTo>
                  <a:lnTo>
                    <a:pt x="1179" y="1744"/>
                  </a:lnTo>
                  <a:lnTo>
                    <a:pt x="1195" y="1732"/>
                  </a:lnTo>
                  <a:lnTo>
                    <a:pt x="1215" y="1730"/>
                  </a:lnTo>
                  <a:lnTo>
                    <a:pt x="1233" y="1720"/>
                  </a:lnTo>
                  <a:lnTo>
                    <a:pt x="1251" y="1718"/>
                  </a:lnTo>
                  <a:lnTo>
                    <a:pt x="1257" y="1710"/>
                  </a:lnTo>
                  <a:lnTo>
                    <a:pt x="1267" y="1706"/>
                  </a:lnTo>
                  <a:lnTo>
                    <a:pt x="1317" y="1688"/>
                  </a:lnTo>
                  <a:lnTo>
                    <a:pt x="1321" y="1676"/>
                  </a:lnTo>
                  <a:lnTo>
                    <a:pt x="1331" y="1668"/>
                  </a:lnTo>
                  <a:lnTo>
                    <a:pt x="1350" y="1660"/>
                  </a:lnTo>
                  <a:lnTo>
                    <a:pt x="1366" y="1662"/>
                  </a:lnTo>
                  <a:lnTo>
                    <a:pt x="1378" y="1646"/>
                  </a:lnTo>
                  <a:lnTo>
                    <a:pt x="1394" y="1642"/>
                  </a:lnTo>
                  <a:lnTo>
                    <a:pt x="1402" y="1626"/>
                  </a:lnTo>
                  <a:lnTo>
                    <a:pt x="1422" y="1620"/>
                  </a:lnTo>
                  <a:lnTo>
                    <a:pt x="1420" y="1598"/>
                  </a:lnTo>
                  <a:lnTo>
                    <a:pt x="1424" y="1594"/>
                  </a:lnTo>
                  <a:lnTo>
                    <a:pt x="1428" y="1590"/>
                  </a:lnTo>
                  <a:lnTo>
                    <a:pt x="1432" y="1594"/>
                  </a:lnTo>
                  <a:lnTo>
                    <a:pt x="1456" y="1562"/>
                  </a:lnTo>
                  <a:lnTo>
                    <a:pt x="1460" y="1550"/>
                  </a:lnTo>
                  <a:lnTo>
                    <a:pt x="1448" y="1542"/>
                  </a:lnTo>
                  <a:lnTo>
                    <a:pt x="1438" y="1526"/>
                  </a:lnTo>
                  <a:lnTo>
                    <a:pt x="1404" y="1512"/>
                  </a:lnTo>
                  <a:lnTo>
                    <a:pt x="1394" y="1498"/>
                  </a:lnTo>
                  <a:lnTo>
                    <a:pt x="1392" y="1484"/>
                  </a:lnTo>
                  <a:lnTo>
                    <a:pt x="1396" y="1464"/>
                  </a:lnTo>
                  <a:lnTo>
                    <a:pt x="1388" y="1470"/>
                  </a:lnTo>
                  <a:lnTo>
                    <a:pt x="1388" y="1470"/>
                  </a:lnTo>
                  <a:lnTo>
                    <a:pt x="1384" y="1474"/>
                  </a:lnTo>
                  <a:lnTo>
                    <a:pt x="1384" y="1474"/>
                  </a:lnTo>
                  <a:lnTo>
                    <a:pt x="1384" y="1474"/>
                  </a:lnTo>
                  <a:lnTo>
                    <a:pt x="1354" y="1508"/>
                  </a:lnTo>
                  <a:lnTo>
                    <a:pt x="1354" y="1510"/>
                  </a:lnTo>
                  <a:lnTo>
                    <a:pt x="1349" y="1514"/>
                  </a:lnTo>
                  <a:lnTo>
                    <a:pt x="1323" y="1512"/>
                  </a:lnTo>
                  <a:lnTo>
                    <a:pt x="1317" y="1516"/>
                  </a:lnTo>
                  <a:lnTo>
                    <a:pt x="1309" y="1516"/>
                  </a:lnTo>
                  <a:lnTo>
                    <a:pt x="1307" y="1510"/>
                  </a:lnTo>
                  <a:lnTo>
                    <a:pt x="1303" y="1510"/>
                  </a:lnTo>
                  <a:lnTo>
                    <a:pt x="1303" y="1504"/>
                  </a:lnTo>
                  <a:lnTo>
                    <a:pt x="1307" y="1478"/>
                  </a:lnTo>
                  <a:lnTo>
                    <a:pt x="1295" y="1470"/>
                  </a:lnTo>
                  <a:lnTo>
                    <a:pt x="1285" y="1486"/>
                  </a:lnTo>
                  <a:lnTo>
                    <a:pt x="1285" y="1492"/>
                  </a:lnTo>
                  <a:lnTo>
                    <a:pt x="1281" y="1486"/>
                  </a:lnTo>
                  <a:lnTo>
                    <a:pt x="1289" y="1470"/>
                  </a:lnTo>
                  <a:lnTo>
                    <a:pt x="1279" y="1468"/>
                  </a:lnTo>
                  <a:lnTo>
                    <a:pt x="1277" y="1460"/>
                  </a:lnTo>
                  <a:lnTo>
                    <a:pt x="1263" y="1452"/>
                  </a:lnTo>
                  <a:lnTo>
                    <a:pt x="1261" y="1444"/>
                  </a:lnTo>
                  <a:lnTo>
                    <a:pt x="1253" y="1436"/>
                  </a:lnTo>
                  <a:lnTo>
                    <a:pt x="1245" y="1422"/>
                  </a:lnTo>
                  <a:lnTo>
                    <a:pt x="1239" y="1406"/>
                  </a:lnTo>
                  <a:lnTo>
                    <a:pt x="1237" y="1406"/>
                  </a:lnTo>
                  <a:lnTo>
                    <a:pt x="1243" y="1400"/>
                  </a:lnTo>
                  <a:lnTo>
                    <a:pt x="1241" y="1396"/>
                  </a:lnTo>
                  <a:lnTo>
                    <a:pt x="1245" y="1396"/>
                  </a:lnTo>
                  <a:lnTo>
                    <a:pt x="1247" y="1394"/>
                  </a:lnTo>
                  <a:lnTo>
                    <a:pt x="1249" y="1396"/>
                  </a:lnTo>
                  <a:lnTo>
                    <a:pt x="1251" y="1392"/>
                  </a:lnTo>
                  <a:lnTo>
                    <a:pt x="1253" y="1392"/>
                  </a:lnTo>
                  <a:lnTo>
                    <a:pt x="1251" y="1390"/>
                  </a:lnTo>
                  <a:lnTo>
                    <a:pt x="1253" y="1384"/>
                  </a:lnTo>
                  <a:lnTo>
                    <a:pt x="1265" y="1396"/>
                  </a:lnTo>
                  <a:lnTo>
                    <a:pt x="1273" y="1394"/>
                  </a:lnTo>
                  <a:lnTo>
                    <a:pt x="1283" y="1412"/>
                  </a:lnTo>
                  <a:lnTo>
                    <a:pt x="1289" y="1418"/>
                  </a:lnTo>
                  <a:lnTo>
                    <a:pt x="1299" y="1440"/>
                  </a:lnTo>
                  <a:lnTo>
                    <a:pt x="1317" y="1448"/>
                  </a:lnTo>
                  <a:lnTo>
                    <a:pt x="1323" y="1456"/>
                  </a:lnTo>
                  <a:lnTo>
                    <a:pt x="1337" y="1460"/>
                  </a:lnTo>
                  <a:lnTo>
                    <a:pt x="1339" y="1464"/>
                  </a:lnTo>
                  <a:lnTo>
                    <a:pt x="1360" y="1468"/>
                  </a:lnTo>
                  <a:lnTo>
                    <a:pt x="1372" y="1464"/>
                  </a:lnTo>
                  <a:lnTo>
                    <a:pt x="1372" y="1466"/>
                  </a:lnTo>
                  <a:lnTo>
                    <a:pt x="1374" y="1470"/>
                  </a:lnTo>
                  <a:lnTo>
                    <a:pt x="1392" y="1460"/>
                  </a:lnTo>
                  <a:lnTo>
                    <a:pt x="1390" y="1458"/>
                  </a:lnTo>
                  <a:lnTo>
                    <a:pt x="1394" y="1456"/>
                  </a:lnTo>
                  <a:lnTo>
                    <a:pt x="1402" y="1460"/>
                  </a:lnTo>
                  <a:lnTo>
                    <a:pt x="1412" y="1486"/>
                  </a:lnTo>
                  <a:lnTo>
                    <a:pt x="1490" y="1498"/>
                  </a:lnTo>
                  <a:lnTo>
                    <a:pt x="1494" y="1500"/>
                  </a:lnTo>
                  <a:lnTo>
                    <a:pt x="1502" y="1496"/>
                  </a:lnTo>
                  <a:lnTo>
                    <a:pt x="1538" y="1492"/>
                  </a:lnTo>
                  <a:lnTo>
                    <a:pt x="1548" y="1498"/>
                  </a:lnTo>
                  <a:lnTo>
                    <a:pt x="1552" y="1494"/>
                  </a:lnTo>
                  <a:lnTo>
                    <a:pt x="1554" y="1494"/>
                  </a:lnTo>
                  <a:lnTo>
                    <a:pt x="1582" y="1492"/>
                  </a:lnTo>
                  <a:lnTo>
                    <a:pt x="1586" y="1502"/>
                  </a:lnTo>
                  <a:lnTo>
                    <a:pt x="1594" y="1506"/>
                  </a:lnTo>
                  <a:lnTo>
                    <a:pt x="1600" y="1522"/>
                  </a:lnTo>
                  <a:lnTo>
                    <a:pt x="1610" y="1524"/>
                  </a:lnTo>
                  <a:lnTo>
                    <a:pt x="1628" y="1544"/>
                  </a:lnTo>
                  <a:lnTo>
                    <a:pt x="1644" y="1544"/>
                  </a:lnTo>
                  <a:lnTo>
                    <a:pt x="1652" y="1540"/>
                  </a:lnTo>
                  <a:lnTo>
                    <a:pt x="1652" y="1544"/>
                  </a:lnTo>
                  <a:lnTo>
                    <a:pt x="1646" y="1548"/>
                  </a:lnTo>
                  <a:lnTo>
                    <a:pt x="1626" y="1550"/>
                  </a:lnTo>
                  <a:lnTo>
                    <a:pt x="1628" y="1558"/>
                  </a:lnTo>
                  <a:lnTo>
                    <a:pt x="1656" y="1584"/>
                  </a:lnTo>
                  <a:lnTo>
                    <a:pt x="1672" y="1584"/>
                  </a:lnTo>
                  <a:lnTo>
                    <a:pt x="1686" y="1578"/>
                  </a:lnTo>
                  <a:lnTo>
                    <a:pt x="1692" y="1554"/>
                  </a:lnTo>
                  <a:lnTo>
                    <a:pt x="1696" y="1554"/>
                  </a:lnTo>
                  <a:lnTo>
                    <a:pt x="1692" y="1560"/>
                  </a:lnTo>
                  <a:lnTo>
                    <a:pt x="1698" y="1588"/>
                  </a:lnTo>
                  <a:lnTo>
                    <a:pt x="1694" y="1606"/>
                  </a:lnTo>
                  <a:lnTo>
                    <a:pt x="1698" y="1620"/>
                  </a:lnTo>
                  <a:lnTo>
                    <a:pt x="1700" y="1620"/>
                  </a:lnTo>
                  <a:lnTo>
                    <a:pt x="1698" y="1630"/>
                  </a:lnTo>
                  <a:lnTo>
                    <a:pt x="1708" y="1668"/>
                  </a:lnTo>
                  <a:lnTo>
                    <a:pt x="1714" y="1682"/>
                  </a:lnTo>
                  <a:lnTo>
                    <a:pt x="1718" y="1692"/>
                  </a:lnTo>
                  <a:lnTo>
                    <a:pt x="1720" y="1690"/>
                  </a:lnTo>
                  <a:lnTo>
                    <a:pt x="1722" y="1700"/>
                  </a:lnTo>
                  <a:lnTo>
                    <a:pt x="1736" y="1724"/>
                  </a:lnTo>
                  <a:lnTo>
                    <a:pt x="1742" y="1750"/>
                  </a:lnTo>
                  <a:lnTo>
                    <a:pt x="1754" y="1766"/>
                  </a:lnTo>
                  <a:lnTo>
                    <a:pt x="1772" y="1814"/>
                  </a:lnTo>
                  <a:lnTo>
                    <a:pt x="1786" y="1832"/>
                  </a:lnTo>
                  <a:lnTo>
                    <a:pt x="1794" y="1832"/>
                  </a:lnTo>
                  <a:lnTo>
                    <a:pt x="1802" y="1824"/>
                  </a:lnTo>
                  <a:lnTo>
                    <a:pt x="1804" y="1812"/>
                  </a:lnTo>
                  <a:lnTo>
                    <a:pt x="1820" y="1808"/>
                  </a:lnTo>
                  <a:lnTo>
                    <a:pt x="1820" y="1806"/>
                  </a:lnTo>
                  <a:lnTo>
                    <a:pt x="1820" y="1802"/>
                  </a:lnTo>
                  <a:lnTo>
                    <a:pt x="1826" y="1790"/>
                  </a:lnTo>
                  <a:lnTo>
                    <a:pt x="1836" y="1790"/>
                  </a:lnTo>
                  <a:lnTo>
                    <a:pt x="1836" y="1762"/>
                  </a:lnTo>
                  <a:lnTo>
                    <a:pt x="1844" y="1732"/>
                  </a:lnTo>
                  <a:lnTo>
                    <a:pt x="1840" y="1724"/>
                  </a:lnTo>
                  <a:lnTo>
                    <a:pt x="1840" y="1692"/>
                  </a:lnTo>
                  <a:lnTo>
                    <a:pt x="1844" y="1686"/>
                  </a:lnTo>
                  <a:lnTo>
                    <a:pt x="1854" y="1686"/>
                  </a:lnTo>
                  <a:lnTo>
                    <a:pt x="1862" y="1674"/>
                  </a:lnTo>
                  <a:lnTo>
                    <a:pt x="1878" y="1670"/>
                  </a:lnTo>
                  <a:lnTo>
                    <a:pt x="1882" y="1660"/>
                  </a:lnTo>
                  <a:lnTo>
                    <a:pt x="1916" y="1634"/>
                  </a:lnTo>
                  <a:lnTo>
                    <a:pt x="1932" y="1616"/>
                  </a:lnTo>
                  <a:lnTo>
                    <a:pt x="1956" y="1602"/>
                  </a:lnTo>
                  <a:lnTo>
                    <a:pt x="1970" y="1586"/>
                  </a:lnTo>
                  <a:lnTo>
                    <a:pt x="1970" y="1572"/>
                  </a:lnTo>
                  <a:lnTo>
                    <a:pt x="1988" y="1566"/>
                  </a:lnTo>
                  <a:lnTo>
                    <a:pt x="1988" y="1564"/>
                  </a:lnTo>
                  <a:lnTo>
                    <a:pt x="1990" y="1572"/>
                  </a:lnTo>
                  <a:lnTo>
                    <a:pt x="2000" y="1570"/>
                  </a:lnTo>
                  <a:lnTo>
                    <a:pt x="2000" y="1570"/>
                  </a:lnTo>
                  <a:lnTo>
                    <a:pt x="2002" y="1570"/>
                  </a:lnTo>
                  <a:lnTo>
                    <a:pt x="2002" y="1570"/>
                  </a:lnTo>
                  <a:lnTo>
                    <a:pt x="2006" y="1568"/>
                  </a:lnTo>
                  <a:lnTo>
                    <a:pt x="2008" y="1568"/>
                  </a:lnTo>
                  <a:lnTo>
                    <a:pt x="2008" y="1568"/>
                  </a:lnTo>
                  <a:lnTo>
                    <a:pt x="2016" y="1564"/>
                  </a:lnTo>
                  <a:lnTo>
                    <a:pt x="2018" y="1568"/>
                  </a:lnTo>
                  <a:lnTo>
                    <a:pt x="2024" y="1562"/>
                  </a:lnTo>
                  <a:lnTo>
                    <a:pt x="2030" y="1566"/>
                  </a:lnTo>
                  <a:lnTo>
                    <a:pt x="2038" y="1554"/>
                  </a:lnTo>
                  <a:lnTo>
                    <a:pt x="2038" y="1554"/>
                  </a:lnTo>
                  <a:lnTo>
                    <a:pt x="2042" y="1556"/>
                  </a:lnTo>
                  <a:lnTo>
                    <a:pt x="2044" y="1546"/>
                  </a:lnTo>
                  <a:lnTo>
                    <a:pt x="2044" y="1548"/>
                  </a:lnTo>
                  <a:lnTo>
                    <a:pt x="2054" y="1548"/>
                  </a:lnTo>
                  <a:lnTo>
                    <a:pt x="2058" y="1554"/>
                  </a:lnTo>
                  <a:lnTo>
                    <a:pt x="2066" y="1582"/>
                  </a:lnTo>
                  <a:lnTo>
                    <a:pt x="2066" y="1582"/>
                  </a:lnTo>
                  <a:lnTo>
                    <a:pt x="2080" y="1600"/>
                  </a:lnTo>
                  <a:lnTo>
                    <a:pt x="2092" y="1606"/>
                  </a:lnTo>
                  <a:lnTo>
                    <a:pt x="2092" y="1606"/>
                  </a:lnTo>
                  <a:lnTo>
                    <a:pt x="2090" y="1614"/>
                  </a:lnTo>
                  <a:lnTo>
                    <a:pt x="2098" y="1624"/>
                  </a:lnTo>
                  <a:lnTo>
                    <a:pt x="2100" y="1622"/>
                  </a:lnTo>
                  <a:lnTo>
                    <a:pt x="2104" y="1632"/>
                  </a:lnTo>
                  <a:lnTo>
                    <a:pt x="2108" y="1654"/>
                  </a:lnTo>
                  <a:lnTo>
                    <a:pt x="2102" y="1682"/>
                  </a:lnTo>
                  <a:lnTo>
                    <a:pt x="2108" y="1678"/>
                  </a:lnTo>
                  <a:lnTo>
                    <a:pt x="2108" y="1682"/>
                  </a:lnTo>
                  <a:lnTo>
                    <a:pt x="2126" y="1684"/>
                  </a:lnTo>
                  <a:lnTo>
                    <a:pt x="2154" y="1666"/>
                  </a:lnTo>
                  <a:lnTo>
                    <a:pt x="2154" y="1664"/>
                  </a:lnTo>
                  <a:lnTo>
                    <a:pt x="2168" y="1670"/>
                  </a:lnTo>
                  <a:lnTo>
                    <a:pt x="2170" y="1698"/>
                  </a:lnTo>
                  <a:lnTo>
                    <a:pt x="2180" y="1728"/>
                  </a:lnTo>
                  <a:lnTo>
                    <a:pt x="2182" y="1726"/>
                  </a:lnTo>
                  <a:lnTo>
                    <a:pt x="2186" y="1738"/>
                  </a:lnTo>
                  <a:lnTo>
                    <a:pt x="2186" y="1752"/>
                  </a:lnTo>
                  <a:lnTo>
                    <a:pt x="2182" y="1756"/>
                  </a:lnTo>
                  <a:lnTo>
                    <a:pt x="2184" y="1758"/>
                  </a:lnTo>
                  <a:lnTo>
                    <a:pt x="2176" y="1764"/>
                  </a:lnTo>
                  <a:lnTo>
                    <a:pt x="2188" y="1766"/>
                  </a:lnTo>
                  <a:lnTo>
                    <a:pt x="2184" y="1788"/>
                  </a:lnTo>
                  <a:lnTo>
                    <a:pt x="2188" y="1790"/>
                  </a:lnTo>
                  <a:lnTo>
                    <a:pt x="2180" y="1812"/>
                  </a:lnTo>
                  <a:lnTo>
                    <a:pt x="2180" y="1830"/>
                  </a:lnTo>
                  <a:lnTo>
                    <a:pt x="2190" y="1828"/>
                  </a:lnTo>
                  <a:lnTo>
                    <a:pt x="2216" y="1862"/>
                  </a:lnTo>
                  <a:lnTo>
                    <a:pt x="2224" y="1900"/>
                  </a:lnTo>
                  <a:lnTo>
                    <a:pt x="2238" y="1930"/>
                  </a:lnTo>
                  <a:lnTo>
                    <a:pt x="2278" y="1956"/>
                  </a:lnTo>
                  <a:lnTo>
                    <a:pt x="2282" y="1956"/>
                  </a:lnTo>
                  <a:lnTo>
                    <a:pt x="2278" y="1960"/>
                  </a:lnTo>
                  <a:lnTo>
                    <a:pt x="2292" y="1956"/>
                  </a:lnTo>
                  <a:lnTo>
                    <a:pt x="2294" y="1956"/>
                  </a:lnTo>
                  <a:lnTo>
                    <a:pt x="2302" y="1972"/>
                  </a:lnTo>
                  <a:lnTo>
                    <a:pt x="2304" y="1958"/>
                  </a:lnTo>
                  <a:lnTo>
                    <a:pt x="2296" y="1954"/>
                  </a:lnTo>
                  <a:lnTo>
                    <a:pt x="2296" y="1954"/>
                  </a:lnTo>
                  <a:lnTo>
                    <a:pt x="2296" y="1954"/>
                  </a:lnTo>
                  <a:lnTo>
                    <a:pt x="2298" y="1946"/>
                  </a:lnTo>
                  <a:lnTo>
                    <a:pt x="2282" y="1920"/>
                  </a:lnTo>
                  <a:lnTo>
                    <a:pt x="2282" y="1886"/>
                  </a:lnTo>
                  <a:lnTo>
                    <a:pt x="2274" y="1874"/>
                  </a:lnTo>
                  <a:lnTo>
                    <a:pt x="2260" y="1862"/>
                  </a:lnTo>
                  <a:lnTo>
                    <a:pt x="2258" y="1862"/>
                  </a:lnTo>
                  <a:lnTo>
                    <a:pt x="2246" y="1850"/>
                  </a:lnTo>
                  <a:lnTo>
                    <a:pt x="2232" y="1848"/>
                  </a:lnTo>
                  <a:lnTo>
                    <a:pt x="2228" y="1842"/>
                  </a:lnTo>
                  <a:lnTo>
                    <a:pt x="2214" y="1806"/>
                  </a:lnTo>
                  <a:lnTo>
                    <a:pt x="2204" y="1806"/>
                  </a:lnTo>
                  <a:lnTo>
                    <a:pt x="2202" y="1790"/>
                  </a:lnTo>
                  <a:lnTo>
                    <a:pt x="2214" y="1752"/>
                  </a:lnTo>
                  <a:lnTo>
                    <a:pt x="2216" y="1730"/>
                  </a:lnTo>
                  <a:lnTo>
                    <a:pt x="2218" y="1728"/>
                  </a:lnTo>
                  <a:lnTo>
                    <a:pt x="2228" y="1728"/>
                  </a:lnTo>
                  <a:lnTo>
                    <a:pt x="2230" y="1746"/>
                  </a:lnTo>
                  <a:lnTo>
                    <a:pt x="2248" y="1746"/>
                  </a:lnTo>
                  <a:lnTo>
                    <a:pt x="2262" y="1754"/>
                  </a:lnTo>
                  <a:lnTo>
                    <a:pt x="2266" y="1764"/>
                  </a:lnTo>
                  <a:lnTo>
                    <a:pt x="2272" y="1780"/>
                  </a:lnTo>
                  <a:lnTo>
                    <a:pt x="2280" y="1776"/>
                  </a:lnTo>
                  <a:lnTo>
                    <a:pt x="2280" y="1784"/>
                  </a:lnTo>
                  <a:lnTo>
                    <a:pt x="2298" y="1786"/>
                  </a:lnTo>
                  <a:lnTo>
                    <a:pt x="2306" y="1792"/>
                  </a:lnTo>
                  <a:lnTo>
                    <a:pt x="2302" y="1804"/>
                  </a:lnTo>
                  <a:lnTo>
                    <a:pt x="2304" y="1820"/>
                  </a:lnTo>
                  <a:lnTo>
                    <a:pt x="2310" y="1822"/>
                  </a:lnTo>
                  <a:lnTo>
                    <a:pt x="2331" y="1804"/>
                  </a:lnTo>
                  <a:lnTo>
                    <a:pt x="2331" y="1802"/>
                  </a:lnTo>
                  <a:lnTo>
                    <a:pt x="2337" y="1806"/>
                  </a:lnTo>
                  <a:lnTo>
                    <a:pt x="2337" y="1796"/>
                  </a:lnTo>
                  <a:lnTo>
                    <a:pt x="2343" y="1788"/>
                  </a:lnTo>
                  <a:lnTo>
                    <a:pt x="2351" y="1788"/>
                  </a:lnTo>
                  <a:lnTo>
                    <a:pt x="2365" y="1782"/>
                  </a:lnTo>
                  <a:lnTo>
                    <a:pt x="2385" y="1770"/>
                  </a:lnTo>
                  <a:lnTo>
                    <a:pt x="2387" y="1762"/>
                  </a:lnTo>
                  <a:lnTo>
                    <a:pt x="2387" y="1748"/>
                  </a:lnTo>
                  <a:lnTo>
                    <a:pt x="2391" y="1740"/>
                  </a:lnTo>
                  <a:lnTo>
                    <a:pt x="2381" y="1690"/>
                  </a:lnTo>
                  <a:lnTo>
                    <a:pt x="2373" y="1682"/>
                  </a:lnTo>
                  <a:lnTo>
                    <a:pt x="2369" y="1674"/>
                  </a:lnTo>
                  <a:lnTo>
                    <a:pt x="2359" y="1670"/>
                  </a:lnTo>
                  <a:lnTo>
                    <a:pt x="2347" y="1656"/>
                  </a:lnTo>
                  <a:lnTo>
                    <a:pt x="2335" y="1644"/>
                  </a:lnTo>
                  <a:lnTo>
                    <a:pt x="2333" y="1636"/>
                  </a:lnTo>
                  <a:lnTo>
                    <a:pt x="2323" y="1626"/>
                  </a:lnTo>
                  <a:lnTo>
                    <a:pt x="2321" y="1618"/>
                  </a:lnTo>
                  <a:lnTo>
                    <a:pt x="2327" y="1602"/>
                  </a:lnTo>
                  <a:lnTo>
                    <a:pt x="2339" y="1588"/>
                  </a:lnTo>
                  <a:lnTo>
                    <a:pt x="2353" y="1576"/>
                  </a:lnTo>
                  <a:lnTo>
                    <a:pt x="2363" y="1572"/>
                  </a:lnTo>
                  <a:lnTo>
                    <a:pt x="2363" y="1574"/>
                  </a:lnTo>
                  <a:lnTo>
                    <a:pt x="2363" y="1572"/>
                  </a:lnTo>
                  <a:lnTo>
                    <a:pt x="2365" y="1572"/>
                  </a:lnTo>
                  <a:lnTo>
                    <a:pt x="2367" y="1576"/>
                  </a:lnTo>
                  <a:lnTo>
                    <a:pt x="2371" y="1570"/>
                  </a:lnTo>
                  <a:lnTo>
                    <a:pt x="2373" y="1570"/>
                  </a:lnTo>
                  <a:lnTo>
                    <a:pt x="2371" y="1570"/>
                  </a:lnTo>
                  <a:lnTo>
                    <a:pt x="2373" y="1566"/>
                  </a:lnTo>
                  <a:lnTo>
                    <a:pt x="2385" y="1574"/>
                  </a:lnTo>
                  <a:lnTo>
                    <a:pt x="2391" y="1572"/>
                  </a:lnTo>
                  <a:lnTo>
                    <a:pt x="2391" y="1582"/>
                  </a:lnTo>
                  <a:lnTo>
                    <a:pt x="2401" y="1596"/>
                  </a:lnTo>
                  <a:lnTo>
                    <a:pt x="2391" y="1598"/>
                  </a:lnTo>
                  <a:lnTo>
                    <a:pt x="2373" y="1612"/>
                  </a:lnTo>
                  <a:lnTo>
                    <a:pt x="2377" y="1632"/>
                  </a:lnTo>
                  <a:lnTo>
                    <a:pt x="2397" y="1638"/>
                  </a:lnTo>
                  <a:lnTo>
                    <a:pt x="2411" y="1624"/>
                  </a:lnTo>
                  <a:lnTo>
                    <a:pt x="2423" y="1606"/>
                  </a:lnTo>
                  <a:lnTo>
                    <a:pt x="2419" y="1596"/>
                  </a:lnTo>
                  <a:lnTo>
                    <a:pt x="2409" y="1596"/>
                  </a:lnTo>
                  <a:lnTo>
                    <a:pt x="2405" y="1596"/>
                  </a:lnTo>
                  <a:lnTo>
                    <a:pt x="2413" y="1592"/>
                  </a:lnTo>
                  <a:lnTo>
                    <a:pt x="2407" y="1580"/>
                  </a:lnTo>
                  <a:lnTo>
                    <a:pt x="2411" y="1574"/>
                  </a:lnTo>
                  <a:lnTo>
                    <a:pt x="2457" y="1562"/>
                  </a:lnTo>
                  <a:lnTo>
                    <a:pt x="2461" y="1550"/>
                  </a:lnTo>
                  <a:lnTo>
                    <a:pt x="2469" y="1558"/>
                  </a:lnTo>
                  <a:lnTo>
                    <a:pt x="2469" y="1548"/>
                  </a:lnTo>
                  <a:lnTo>
                    <a:pt x="2475" y="1554"/>
                  </a:lnTo>
                  <a:lnTo>
                    <a:pt x="2485" y="1554"/>
                  </a:lnTo>
                  <a:lnTo>
                    <a:pt x="2485" y="1552"/>
                  </a:lnTo>
                  <a:lnTo>
                    <a:pt x="2485" y="1554"/>
                  </a:lnTo>
                  <a:lnTo>
                    <a:pt x="2489" y="1548"/>
                  </a:lnTo>
                  <a:lnTo>
                    <a:pt x="2489" y="1550"/>
                  </a:lnTo>
                  <a:lnTo>
                    <a:pt x="2497" y="1544"/>
                  </a:lnTo>
                  <a:lnTo>
                    <a:pt x="2503" y="1548"/>
                  </a:lnTo>
                  <a:lnTo>
                    <a:pt x="2523" y="1540"/>
                  </a:lnTo>
                  <a:lnTo>
                    <a:pt x="2533" y="1530"/>
                  </a:lnTo>
                  <a:lnTo>
                    <a:pt x="2541" y="1528"/>
                  </a:lnTo>
                  <a:lnTo>
                    <a:pt x="2541" y="1530"/>
                  </a:lnTo>
                  <a:lnTo>
                    <a:pt x="2555" y="1516"/>
                  </a:lnTo>
                  <a:lnTo>
                    <a:pt x="2555" y="1510"/>
                  </a:lnTo>
                  <a:lnTo>
                    <a:pt x="2563" y="1508"/>
                  </a:lnTo>
                  <a:lnTo>
                    <a:pt x="2575" y="1490"/>
                  </a:lnTo>
                  <a:lnTo>
                    <a:pt x="2579" y="1492"/>
                  </a:lnTo>
                  <a:lnTo>
                    <a:pt x="2585" y="1472"/>
                  </a:lnTo>
                  <a:lnTo>
                    <a:pt x="2585" y="1474"/>
                  </a:lnTo>
                  <a:lnTo>
                    <a:pt x="2611" y="1434"/>
                  </a:lnTo>
                  <a:lnTo>
                    <a:pt x="2615" y="1436"/>
                  </a:lnTo>
                  <a:lnTo>
                    <a:pt x="2621" y="1414"/>
                  </a:lnTo>
                  <a:lnTo>
                    <a:pt x="2621" y="1412"/>
                  </a:lnTo>
                  <a:lnTo>
                    <a:pt x="2625" y="1412"/>
                  </a:lnTo>
                  <a:lnTo>
                    <a:pt x="2625" y="1398"/>
                  </a:lnTo>
                  <a:lnTo>
                    <a:pt x="2631" y="1394"/>
                  </a:lnTo>
                  <a:lnTo>
                    <a:pt x="2611" y="1384"/>
                  </a:lnTo>
                  <a:lnTo>
                    <a:pt x="2609" y="1384"/>
                  </a:lnTo>
                  <a:lnTo>
                    <a:pt x="2629" y="1372"/>
                  </a:lnTo>
                  <a:lnTo>
                    <a:pt x="2613" y="1356"/>
                  </a:lnTo>
                  <a:lnTo>
                    <a:pt x="2609" y="1354"/>
                  </a:lnTo>
                  <a:lnTo>
                    <a:pt x="2633" y="1360"/>
                  </a:lnTo>
                  <a:lnTo>
                    <a:pt x="2627" y="1354"/>
                  </a:lnTo>
                  <a:lnTo>
                    <a:pt x="2609" y="1332"/>
                  </a:lnTo>
                  <a:lnTo>
                    <a:pt x="2595" y="1294"/>
                  </a:lnTo>
                  <a:lnTo>
                    <a:pt x="2577" y="1284"/>
                  </a:lnTo>
                  <a:lnTo>
                    <a:pt x="2585" y="1272"/>
                  </a:lnTo>
                  <a:lnTo>
                    <a:pt x="2595" y="1264"/>
                  </a:lnTo>
                  <a:lnTo>
                    <a:pt x="2595" y="1258"/>
                  </a:lnTo>
                  <a:lnTo>
                    <a:pt x="2603" y="1260"/>
                  </a:lnTo>
                  <a:lnTo>
                    <a:pt x="2609" y="1250"/>
                  </a:lnTo>
                  <a:lnTo>
                    <a:pt x="2609" y="1248"/>
                  </a:lnTo>
                  <a:lnTo>
                    <a:pt x="2621" y="1244"/>
                  </a:lnTo>
                  <a:lnTo>
                    <a:pt x="2627" y="1238"/>
                  </a:lnTo>
                  <a:lnTo>
                    <a:pt x="2629" y="1238"/>
                  </a:lnTo>
                  <a:lnTo>
                    <a:pt x="2633" y="1246"/>
                  </a:lnTo>
                  <a:lnTo>
                    <a:pt x="2643" y="1226"/>
                  </a:lnTo>
                  <a:lnTo>
                    <a:pt x="2639" y="1226"/>
                  </a:lnTo>
                  <a:lnTo>
                    <a:pt x="2621" y="1224"/>
                  </a:lnTo>
                  <a:lnTo>
                    <a:pt x="2605" y="1214"/>
                  </a:lnTo>
                  <a:lnTo>
                    <a:pt x="2581" y="1230"/>
                  </a:lnTo>
                  <a:lnTo>
                    <a:pt x="2573" y="1228"/>
                  </a:lnTo>
                  <a:lnTo>
                    <a:pt x="2569" y="1216"/>
                  </a:lnTo>
                  <a:lnTo>
                    <a:pt x="2555" y="1208"/>
                  </a:lnTo>
                  <a:lnTo>
                    <a:pt x="2547" y="1200"/>
                  </a:lnTo>
                  <a:lnTo>
                    <a:pt x="2547" y="1196"/>
                  </a:lnTo>
                  <a:lnTo>
                    <a:pt x="2553" y="1186"/>
                  </a:lnTo>
                  <a:lnTo>
                    <a:pt x="2561" y="1188"/>
                  </a:lnTo>
                  <a:lnTo>
                    <a:pt x="2575" y="1184"/>
                  </a:lnTo>
                  <a:lnTo>
                    <a:pt x="2581" y="1172"/>
                  </a:lnTo>
                  <a:lnTo>
                    <a:pt x="2599" y="1162"/>
                  </a:lnTo>
                  <a:lnTo>
                    <a:pt x="2613" y="1144"/>
                  </a:lnTo>
                  <a:lnTo>
                    <a:pt x="2623" y="1142"/>
                  </a:lnTo>
                  <a:lnTo>
                    <a:pt x="2629" y="1152"/>
                  </a:lnTo>
                  <a:lnTo>
                    <a:pt x="2611" y="1176"/>
                  </a:lnTo>
                  <a:lnTo>
                    <a:pt x="2619" y="1182"/>
                  </a:lnTo>
                  <a:lnTo>
                    <a:pt x="2617" y="1186"/>
                  </a:lnTo>
                  <a:lnTo>
                    <a:pt x="2605" y="1194"/>
                  </a:lnTo>
                  <a:lnTo>
                    <a:pt x="2615" y="1198"/>
                  </a:lnTo>
                  <a:lnTo>
                    <a:pt x="2653" y="1172"/>
                  </a:lnTo>
                  <a:lnTo>
                    <a:pt x="2671" y="1168"/>
                  </a:lnTo>
                  <a:lnTo>
                    <a:pt x="2675" y="1176"/>
                  </a:lnTo>
                  <a:lnTo>
                    <a:pt x="2689" y="1178"/>
                  </a:lnTo>
                  <a:lnTo>
                    <a:pt x="2685" y="1194"/>
                  </a:lnTo>
                  <a:lnTo>
                    <a:pt x="2685" y="1196"/>
                  </a:lnTo>
                  <a:lnTo>
                    <a:pt x="2681" y="1198"/>
                  </a:lnTo>
                  <a:lnTo>
                    <a:pt x="2675" y="1214"/>
                  </a:lnTo>
                  <a:lnTo>
                    <a:pt x="2683" y="1212"/>
                  </a:lnTo>
                  <a:lnTo>
                    <a:pt x="2683" y="1214"/>
                  </a:lnTo>
                  <a:lnTo>
                    <a:pt x="2687" y="1222"/>
                  </a:lnTo>
                  <a:lnTo>
                    <a:pt x="2697" y="1220"/>
                  </a:lnTo>
                  <a:lnTo>
                    <a:pt x="2697" y="1216"/>
                  </a:lnTo>
                  <a:lnTo>
                    <a:pt x="2711" y="1220"/>
                  </a:lnTo>
                  <a:lnTo>
                    <a:pt x="2715" y="1234"/>
                  </a:lnTo>
                  <a:lnTo>
                    <a:pt x="2701" y="1240"/>
                  </a:lnTo>
                  <a:lnTo>
                    <a:pt x="2707" y="1252"/>
                  </a:lnTo>
                  <a:lnTo>
                    <a:pt x="2709" y="1248"/>
                  </a:lnTo>
                  <a:lnTo>
                    <a:pt x="2713" y="1262"/>
                  </a:lnTo>
                  <a:lnTo>
                    <a:pt x="2705" y="1286"/>
                  </a:lnTo>
                  <a:lnTo>
                    <a:pt x="2705" y="1286"/>
                  </a:lnTo>
                  <a:lnTo>
                    <a:pt x="2703" y="1298"/>
                  </a:lnTo>
                  <a:lnTo>
                    <a:pt x="2719" y="1296"/>
                  </a:lnTo>
                  <a:lnTo>
                    <a:pt x="2723" y="1294"/>
                  </a:lnTo>
                  <a:lnTo>
                    <a:pt x="2727" y="1298"/>
                  </a:lnTo>
                  <a:lnTo>
                    <a:pt x="2729" y="1292"/>
                  </a:lnTo>
                  <a:lnTo>
                    <a:pt x="2731" y="1294"/>
                  </a:lnTo>
                  <a:lnTo>
                    <a:pt x="2739" y="1284"/>
                  </a:lnTo>
                  <a:lnTo>
                    <a:pt x="2747" y="1288"/>
                  </a:lnTo>
                  <a:lnTo>
                    <a:pt x="2751" y="1280"/>
                  </a:lnTo>
                  <a:lnTo>
                    <a:pt x="2757" y="1282"/>
                  </a:lnTo>
                  <a:lnTo>
                    <a:pt x="2765" y="1276"/>
                  </a:lnTo>
                  <a:lnTo>
                    <a:pt x="2771" y="1258"/>
                  </a:lnTo>
                  <a:lnTo>
                    <a:pt x="2765" y="1222"/>
                  </a:lnTo>
                  <a:lnTo>
                    <a:pt x="2751" y="1200"/>
                  </a:lnTo>
                  <a:lnTo>
                    <a:pt x="2751" y="1200"/>
                  </a:lnTo>
                  <a:lnTo>
                    <a:pt x="2749" y="1198"/>
                  </a:lnTo>
                  <a:lnTo>
                    <a:pt x="2749" y="1196"/>
                  </a:lnTo>
                  <a:lnTo>
                    <a:pt x="2747" y="1196"/>
                  </a:lnTo>
                  <a:lnTo>
                    <a:pt x="2733" y="1182"/>
                  </a:lnTo>
                  <a:lnTo>
                    <a:pt x="2733" y="1170"/>
                  </a:lnTo>
                  <a:lnTo>
                    <a:pt x="2749" y="1164"/>
                  </a:lnTo>
                  <a:lnTo>
                    <a:pt x="2775" y="1142"/>
                  </a:lnTo>
                  <a:lnTo>
                    <a:pt x="2775" y="1124"/>
                  </a:lnTo>
                  <a:lnTo>
                    <a:pt x="2791" y="1106"/>
                  </a:lnTo>
                  <a:lnTo>
                    <a:pt x="2795" y="1104"/>
                  </a:lnTo>
                  <a:lnTo>
                    <a:pt x="2795" y="1100"/>
                  </a:lnTo>
                  <a:lnTo>
                    <a:pt x="2803" y="1100"/>
                  </a:lnTo>
                  <a:lnTo>
                    <a:pt x="2813" y="1082"/>
                  </a:lnTo>
                  <a:lnTo>
                    <a:pt x="2815" y="1090"/>
                  </a:lnTo>
                  <a:lnTo>
                    <a:pt x="2819" y="1086"/>
                  </a:lnTo>
                  <a:lnTo>
                    <a:pt x="2819" y="1094"/>
                  </a:lnTo>
                  <a:lnTo>
                    <a:pt x="2839" y="1098"/>
                  </a:lnTo>
                  <a:lnTo>
                    <a:pt x="2855" y="1094"/>
                  </a:lnTo>
                  <a:lnTo>
                    <a:pt x="2875" y="1078"/>
                  </a:lnTo>
                  <a:lnTo>
                    <a:pt x="2931" y="1006"/>
                  </a:lnTo>
                  <a:lnTo>
                    <a:pt x="2941" y="986"/>
                  </a:lnTo>
                  <a:lnTo>
                    <a:pt x="2957" y="962"/>
                  </a:lnTo>
                  <a:lnTo>
                    <a:pt x="2973" y="942"/>
                  </a:lnTo>
                  <a:lnTo>
                    <a:pt x="2981" y="896"/>
                  </a:lnTo>
                  <a:lnTo>
                    <a:pt x="2977" y="876"/>
                  </a:lnTo>
                  <a:lnTo>
                    <a:pt x="2983" y="856"/>
                  </a:lnTo>
                  <a:lnTo>
                    <a:pt x="2995" y="832"/>
                  </a:lnTo>
                  <a:lnTo>
                    <a:pt x="2995" y="846"/>
                  </a:lnTo>
                  <a:lnTo>
                    <a:pt x="3005" y="862"/>
                  </a:lnTo>
                  <a:lnTo>
                    <a:pt x="3003" y="876"/>
                  </a:lnTo>
                  <a:lnTo>
                    <a:pt x="3005" y="898"/>
                  </a:lnTo>
                  <a:lnTo>
                    <a:pt x="2999" y="934"/>
                  </a:lnTo>
                  <a:lnTo>
                    <a:pt x="2999" y="934"/>
                  </a:lnTo>
                  <a:lnTo>
                    <a:pt x="3005" y="954"/>
                  </a:lnTo>
                  <a:lnTo>
                    <a:pt x="2999" y="990"/>
                  </a:lnTo>
                  <a:lnTo>
                    <a:pt x="3001" y="1010"/>
                  </a:lnTo>
                  <a:lnTo>
                    <a:pt x="3009" y="1012"/>
                  </a:lnTo>
                  <a:lnTo>
                    <a:pt x="3017" y="994"/>
                  </a:lnTo>
                  <a:lnTo>
                    <a:pt x="3027" y="996"/>
                  </a:lnTo>
                  <a:lnTo>
                    <a:pt x="3031" y="1018"/>
                  </a:lnTo>
                  <a:lnTo>
                    <a:pt x="3037" y="1004"/>
                  </a:lnTo>
                  <a:lnTo>
                    <a:pt x="3035" y="986"/>
                  </a:lnTo>
                  <a:lnTo>
                    <a:pt x="3027" y="982"/>
                  </a:lnTo>
                  <a:lnTo>
                    <a:pt x="3019" y="964"/>
                  </a:lnTo>
                  <a:lnTo>
                    <a:pt x="3027" y="922"/>
                  </a:lnTo>
                  <a:lnTo>
                    <a:pt x="3037" y="920"/>
                  </a:lnTo>
                  <a:lnTo>
                    <a:pt x="3053" y="934"/>
                  </a:lnTo>
                  <a:lnTo>
                    <a:pt x="3057" y="932"/>
                  </a:lnTo>
                  <a:lnTo>
                    <a:pt x="3049" y="914"/>
                  </a:lnTo>
                  <a:lnTo>
                    <a:pt x="3029" y="850"/>
                  </a:lnTo>
                  <a:lnTo>
                    <a:pt x="3027" y="828"/>
                  </a:lnTo>
                  <a:lnTo>
                    <a:pt x="3031" y="812"/>
                  </a:lnTo>
                  <a:lnTo>
                    <a:pt x="3023" y="770"/>
                  </a:lnTo>
                  <a:lnTo>
                    <a:pt x="3017" y="762"/>
                  </a:lnTo>
                  <a:lnTo>
                    <a:pt x="3007" y="764"/>
                  </a:lnTo>
                  <a:lnTo>
                    <a:pt x="3015" y="784"/>
                  </a:lnTo>
                  <a:lnTo>
                    <a:pt x="3011" y="790"/>
                  </a:lnTo>
                  <a:lnTo>
                    <a:pt x="2999" y="788"/>
                  </a:lnTo>
                  <a:lnTo>
                    <a:pt x="2995" y="828"/>
                  </a:lnTo>
                  <a:lnTo>
                    <a:pt x="2995" y="830"/>
                  </a:lnTo>
                  <a:lnTo>
                    <a:pt x="2989" y="824"/>
                  </a:lnTo>
                  <a:lnTo>
                    <a:pt x="2991" y="818"/>
                  </a:lnTo>
                  <a:lnTo>
                    <a:pt x="2989" y="810"/>
                  </a:lnTo>
                  <a:lnTo>
                    <a:pt x="2995" y="796"/>
                  </a:lnTo>
                  <a:lnTo>
                    <a:pt x="2975" y="782"/>
                  </a:lnTo>
                  <a:lnTo>
                    <a:pt x="2963" y="764"/>
                  </a:lnTo>
                  <a:lnTo>
                    <a:pt x="2939" y="762"/>
                  </a:lnTo>
                  <a:lnTo>
                    <a:pt x="2939" y="776"/>
                  </a:lnTo>
                  <a:lnTo>
                    <a:pt x="2939" y="780"/>
                  </a:lnTo>
                  <a:lnTo>
                    <a:pt x="2937" y="782"/>
                  </a:lnTo>
                  <a:lnTo>
                    <a:pt x="2939" y="776"/>
                  </a:lnTo>
                  <a:lnTo>
                    <a:pt x="2933" y="780"/>
                  </a:lnTo>
                  <a:lnTo>
                    <a:pt x="2929" y="782"/>
                  </a:lnTo>
                  <a:lnTo>
                    <a:pt x="2921" y="786"/>
                  </a:lnTo>
                  <a:lnTo>
                    <a:pt x="2925" y="780"/>
                  </a:lnTo>
                  <a:lnTo>
                    <a:pt x="2919" y="772"/>
                  </a:lnTo>
                  <a:lnTo>
                    <a:pt x="2923" y="766"/>
                  </a:lnTo>
                  <a:lnTo>
                    <a:pt x="2921" y="762"/>
                  </a:lnTo>
                  <a:lnTo>
                    <a:pt x="2909" y="768"/>
                  </a:lnTo>
                  <a:lnTo>
                    <a:pt x="2909" y="776"/>
                  </a:lnTo>
                  <a:lnTo>
                    <a:pt x="2907" y="778"/>
                  </a:lnTo>
                  <a:lnTo>
                    <a:pt x="2907" y="754"/>
                  </a:lnTo>
                  <a:lnTo>
                    <a:pt x="2887" y="754"/>
                  </a:lnTo>
                  <a:lnTo>
                    <a:pt x="2879" y="750"/>
                  </a:lnTo>
                  <a:lnTo>
                    <a:pt x="2879" y="746"/>
                  </a:lnTo>
                  <a:lnTo>
                    <a:pt x="2925" y="706"/>
                  </a:lnTo>
                  <a:lnTo>
                    <a:pt x="2953" y="668"/>
                  </a:lnTo>
                  <a:lnTo>
                    <a:pt x="2975" y="650"/>
                  </a:lnTo>
                  <a:lnTo>
                    <a:pt x="2983" y="632"/>
                  </a:lnTo>
                  <a:lnTo>
                    <a:pt x="3009" y="604"/>
                  </a:lnTo>
                  <a:lnTo>
                    <a:pt x="3025" y="596"/>
                  </a:lnTo>
                  <a:lnTo>
                    <a:pt x="3067" y="592"/>
                  </a:lnTo>
                  <a:lnTo>
                    <a:pt x="3079" y="604"/>
                  </a:lnTo>
                  <a:lnTo>
                    <a:pt x="3087" y="592"/>
                  </a:lnTo>
                  <a:lnTo>
                    <a:pt x="3107" y="600"/>
                  </a:lnTo>
                  <a:lnTo>
                    <a:pt x="3121" y="594"/>
                  </a:lnTo>
                  <a:lnTo>
                    <a:pt x="3125" y="600"/>
                  </a:lnTo>
                  <a:lnTo>
                    <a:pt x="3135" y="598"/>
                  </a:lnTo>
                  <a:lnTo>
                    <a:pt x="3133" y="592"/>
                  </a:lnTo>
                  <a:lnTo>
                    <a:pt x="3139" y="590"/>
                  </a:lnTo>
                  <a:lnTo>
                    <a:pt x="3139" y="582"/>
                  </a:lnTo>
                  <a:lnTo>
                    <a:pt x="3139" y="582"/>
                  </a:lnTo>
                  <a:lnTo>
                    <a:pt x="3171" y="592"/>
                  </a:lnTo>
                  <a:lnTo>
                    <a:pt x="3179" y="586"/>
                  </a:lnTo>
                  <a:lnTo>
                    <a:pt x="3189" y="594"/>
                  </a:lnTo>
                  <a:lnTo>
                    <a:pt x="3171" y="600"/>
                  </a:lnTo>
                  <a:lnTo>
                    <a:pt x="3179" y="612"/>
                  </a:lnTo>
                  <a:lnTo>
                    <a:pt x="3201" y="606"/>
                  </a:lnTo>
                  <a:lnTo>
                    <a:pt x="3207" y="610"/>
                  </a:lnTo>
                  <a:lnTo>
                    <a:pt x="3223" y="600"/>
                  </a:lnTo>
                  <a:lnTo>
                    <a:pt x="3247" y="602"/>
                  </a:lnTo>
                  <a:lnTo>
                    <a:pt x="3253" y="600"/>
                  </a:lnTo>
                  <a:lnTo>
                    <a:pt x="3251" y="590"/>
                  </a:lnTo>
                  <a:lnTo>
                    <a:pt x="3235" y="586"/>
                  </a:lnTo>
                  <a:lnTo>
                    <a:pt x="3237" y="584"/>
                  </a:lnTo>
                  <a:lnTo>
                    <a:pt x="3235" y="578"/>
                  </a:lnTo>
                  <a:lnTo>
                    <a:pt x="3237" y="578"/>
                  </a:lnTo>
                  <a:lnTo>
                    <a:pt x="3245" y="558"/>
                  </a:lnTo>
                  <a:lnTo>
                    <a:pt x="3267" y="540"/>
                  </a:lnTo>
                  <a:lnTo>
                    <a:pt x="3290" y="506"/>
                  </a:lnTo>
                  <a:lnTo>
                    <a:pt x="3322" y="496"/>
                  </a:lnTo>
                  <a:lnTo>
                    <a:pt x="3338" y="506"/>
                  </a:lnTo>
                  <a:lnTo>
                    <a:pt x="3344" y="500"/>
                  </a:lnTo>
                  <a:lnTo>
                    <a:pt x="3342" y="506"/>
                  </a:lnTo>
                  <a:lnTo>
                    <a:pt x="3336" y="516"/>
                  </a:lnTo>
                  <a:lnTo>
                    <a:pt x="3338" y="524"/>
                  </a:lnTo>
                  <a:lnTo>
                    <a:pt x="3334" y="534"/>
                  </a:lnTo>
                  <a:lnTo>
                    <a:pt x="3344" y="532"/>
                  </a:lnTo>
                  <a:lnTo>
                    <a:pt x="3338" y="554"/>
                  </a:lnTo>
                  <a:lnTo>
                    <a:pt x="3386" y="508"/>
                  </a:lnTo>
                  <a:lnTo>
                    <a:pt x="3392" y="506"/>
                  </a:lnTo>
                  <a:lnTo>
                    <a:pt x="3398" y="514"/>
                  </a:lnTo>
                  <a:lnTo>
                    <a:pt x="3404" y="502"/>
                  </a:lnTo>
                  <a:lnTo>
                    <a:pt x="3400" y="498"/>
                  </a:lnTo>
                  <a:lnTo>
                    <a:pt x="3400" y="486"/>
                  </a:lnTo>
                  <a:lnTo>
                    <a:pt x="3410" y="470"/>
                  </a:lnTo>
                  <a:lnTo>
                    <a:pt x="3424" y="466"/>
                  </a:lnTo>
                  <a:lnTo>
                    <a:pt x="3432" y="470"/>
                  </a:lnTo>
                  <a:lnTo>
                    <a:pt x="3432" y="472"/>
                  </a:lnTo>
                  <a:lnTo>
                    <a:pt x="3416" y="480"/>
                  </a:lnTo>
                  <a:lnTo>
                    <a:pt x="3414" y="502"/>
                  </a:lnTo>
                  <a:lnTo>
                    <a:pt x="3410" y="508"/>
                  </a:lnTo>
                  <a:lnTo>
                    <a:pt x="3410" y="520"/>
                  </a:lnTo>
                  <a:lnTo>
                    <a:pt x="3404" y="526"/>
                  </a:lnTo>
                  <a:lnTo>
                    <a:pt x="3408" y="532"/>
                  </a:lnTo>
                  <a:lnTo>
                    <a:pt x="3374" y="548"/>
                  </a:lnTo>
                  <a:lnTo>
                    <a:pt x="3372" y="558"/>
                  </a:lnTo>
                  <a:lnTo>
                    <a:pt x="3348" y="584"/>
                  </a:lnTo>
                  <a:lnTo>
                    <a:pt x="3308" y="636"/>
                  </a:lnTo>
                  <a:lnTo>
                    <a:pt x="3292" y="646"/>
                  </a:lnTo>
                  <a:lnTo>
                    <a:pt x="3279" y="644"/>
                  </a:lnTo>
                  <a:lnTo>
                    <a:pt x="3283" y="658"/>
                  </a:lnTo>
                  <a:lnTo>
                    <a:pt x="3279" y="672"/>
                  </a:lnTo>
                  <a:lnTo>
                    <a:pt x="3263" y="684"/>
                  </a:lnTo>
                  <a:lnTo>
                    <a:pt x="3257" y="728"/>
                  </a:lnTo>
                  <a:lnTo>
                    <a:pt x="3257" y="756"/>
                  </a:lnTo>
                  <a:lnTo>
                    <a:pt x="3281" y="876"/>
                  </a:lnTo>
                  <a:lnTo>
                    <a:pt x="3310" y="842"/>
                  </a:lnTo>
                  <a:lnTo>
                    <a:pt x="3316" y="810"/>
                  </a:lnTo>
                  <a:lnTo>
                    <a:pt x="3334" y="802"/>
                  </a:lnTo>
                  <a:lnTo>
                    <a:pt x="3342" y="808"/>
                  </a:lnTo>
                  <a:lnTo>
                    <a:pt x="3342" y="776"/>
                  </a:lnTo>
                  <a:lnTo>
                    <a:pt x="3358" y="760"/>
                  </a:lnTo>
                  <a:lnTo>
                    <a:pt x="3370" y="762"/>
                  </a:lnTo>
                  <a:lnTo>
                    <a:pt x="3382" y="752"/>
                  </a:lnTo>
                  <a:lnTo>
                    <a:pt x="3374" y="726"/>
                  </a:lnTo>
                  <a:lnTo>
                    <a:pt x="3378" y="714"/>
                  </a:lnTo>
                  <a:lnTo>
                    <a:pt x="3388" y="704"/>
                  </a:lnTo>
                  <a:lnTo>
                    <a:pt x="3396" y="716"/>
                  </a:lnTo>
                  <a:lnTo>
                    <a:pt x="3404" y="702"/>
                  </a:lnTo>
                  <a:lnTo>
                    <a:pt x="3404" y="688"/>
                  </a:lnTo>
                  <a:lnTo>
                    <a:pt x="3394" y="684"/>
                  </a:lnTo>
                  <a:lnTo>
                    <a:pt x="3394" y="670"/>
                  </a:lnTo>
                  <a:lnTo>
                    <a:pt x="3404" y="646"/>
                  </a:lnTo>
                  <a:lnTo>
                    <a:pt x="3390" y="640"/>
                  </a:lnTo>
                  <a:lnTo>
                    <a:pt x="3382" y="646"/>
                  </a:lnTo>
                  <a:lnTo>
                    <a:pt x="3380" y="644"/>
                  </a:lnTo>
                  <a:lnTo>
                    <a:pt x="3382" y="634"/>
                  </a:lnTo>
                  <a:lnTo>
                    <a:pt x="3396" y="604"/>
                  </a:lnTo>
                  <a:lnTo>
                    <a:pt x="3402" y="604"/>
                  </a:lnTo>
                  <a:lnTo>
                    <a:pt x="3408" y="576"/>
                  </a:lnTo>
                  <a:lnTo>
                    <a:pt x="3414" y="572"/>
                  </a:lnTo>
                  <a:lnTo>
                    <a:pt x="3418" y="578"/>
                  </a:lnTo>
                  <a:lnTo>
                    <a:pt x="3426" y="570"/>
                  </a:lnTo>
                  <a:lnTo>
                    <a:pt x="3436" y="580"/>
                  </a:lnTo>
                  <a:lnTo>
                    <a:pt x="3442" y="562"/>
                  </a:lnTo>
                  <a:lnTo>
                    <a:pt x="3454" y="552"/>
                  </a:lnTo>
                  <a:lnTo>
                    <a:pt x="3456" y="552"/>
                  </a:lnTo>
                  <a:lnTo>
                    <a:pt x="3454" y="584"/>
                  </a:lnTo>
                  <a:lnTo>
                    <a:pt x="3474" y="554"/>
                  </a:lnTo>
                  <a:lnTo>
                    <a:pt x="3494" y="546"/>
                  </a:lnTo>
                  <a:lnTo>
                    <a:pt x="3514" y="550"/>
                  </a:lnTo>
                  <a:lnTo>
                    <a:pt x="3536" y="576"/>
                  </a:lnTo>
                  <a:lnTo>
                    <a:pt x="3540" y="552"/>
                  </a:lnTo>
                  <a:lnTo>
                    <a:pt x="3570" y="534"/>
                  </a:lnTo>
                  <a:lnTo>
                    <a:pt x="3570" y="530"/>
                  </a:lnTo>
                  <a:lnTo>
                    <a:pt x="3576" y="532"/>
                  </a:lnTo>
                  <a:lnTo>
                    <a:pt x="3576" y="524"/>
                  </a:lnTo>
                  <a:lnTo>
                    <a:pt x="3590" y="516"/>
                  </a:lnTo>
                  <a:lnTo>
                    <a:pt x="3594" y="504"/>
                  </a:lnTo>
                  <a:lnTo>
                    <a:pt x="3602" y="506"/>
                  </a:lnTo>
                  <a:lnTo>
                    <a:pt x="3624" y="494"/>
                  </a:lnTo>
                  <a:lnTo>
                    <a:pt x="3626" y="486"/>
                  </a:lnTo>
                  <a:lnTo>
                    <a:pt x="3666" y="470"/>
                  </a:lnTo>
                  <a:lnTo>
                    <a:pt x="3666" y="468"/>
                  </a:lnTo>
                  <a:lnTo>
                    <a:pt x="3668" y="470"/>
                  </a:lnTo>
                  <a:lnTo>
                    <a:pt x="3672" y="466"/>
                  </a:lnTo>
                  <a:lnTo>
                    <a:pt x="3692" y="476"/>
                  </a:lnTo>
                  <a:lnTo>
                    <a:pt x="3692" y="406"/>
                  </a:lnTo>
                  <a:lnTo>
                    <a:pt x="3690" y="406"/>
                  </a:lnTo>
                  <a:lnTo>
                    <a:pt x="3692" y="404"/>
                  </a:lnTo>
                  <a:lnTo>
                    <a:pt x="3684" y="386"/>
                  </a:lnTo>
                  <a:lnTo>
                    <a:pt x="3680" y="394"/>
                  </a:lnTo>
                  <a:lnTo>
                    <a:pt x="3672" y="388"/>
                  </a:lnTo>
                  <a:lnTo>
                    <a:pt x="3670" y="378"/>
                  </a:lnTo>
                  <a:lnTo>
                    <a:pt x="3682" y="378"/>
                  </a:lnTo>
                  <a:lnTo>
                    <a:pt x="3688" y="386"/>
                  </a:lnTo>
                  <a:close/>
                  <a:moveTo>
                    <a:pt x="823" y="66"/>
                  </a:moveTo>
                  <a:lnTo>
                    <a:pt x="809" y="70"/>
                  </a:lnTo>
                  <a:lnTo>
                    <a:pt x="805" y="62"/>
                  </a:lnTo>
                  <a:lnTo>
                    <a:pt x="823" y="66"/>
                  </a:lnTo>
                  <a:close/>
                  <a:moveTo>
                    <a:pt x="441" y="568"/>
                  </a:moveTo>
                  <a:lnTo>
                    <a:pt x="453" y="548"/>
                  </a:lnTo>
                  <a:lnTo>
                    <a:pt x="455" y="548"/>
                  </a:lnTo>
                  <a:lnTo>
                    <a:pt x="441" y="568"/>
                  </a:lnTo>
                  <a:close/>
                  <a:moveTo>
                    <a:pt x="993" y="1004"/>
                  </a:moveTo>
                  <a:lnTo>
                    <a:pt x="995" y="1000"/>
                  </a:lnTo>
                  <a:lnTo>
                    <a:pt x="999" y="1004"/>
                  </a:lnTo>
                  <a:lnTo>
                    <a:pt x="1009" y="994"/>
                  </a:lnTo>
                  <a:lnTo>
                    <a:pt x="1057" y="980"/>
                  </a:lnTo>
                  <a:lnTo>
                    <a:pt x="1069" y="976"/>
                  </a:lnTo>
                  <a:lnTo>
                    <a:pt x="1071" y="978"/>
                  </a:lnTo>
                  <a:lnTo>
                    <a:pt x="1055" y="982"/>
                  </a:lnTo>
                  <a:lnTo>
                    <a:pt x="1055" y="986"/>
                  </a:lnTo>
                  <a:lnTo>
                    <a:pt x="1045" y="986"/>
                  </a:lnTo>
                  <a:lnTo>
                    <a:pt x="1041" y="994"/>
                  </a:lnTo>
                  <a:lnTo>
                    <a:pt x="1053" y="1004"/>
                  </a:lnTo>
                  <a:lnTo>
                    <a:pt x="1047" y="1006"/>
                  </a:lnTo>
                  <a:lnTo>
                    <a:pt x="1037" y="1022"/>
                  </a:lnTo>
                  <a:lnTo>
                    <a:pt x="1027" y="1022"/>
                  </a:lnTo>
                  <a:lnTo>
                    <a:pt x="1025" y="1022"/>
                  </a:lnTo>
                  <a:lnTo>
                    <a:pt x="1027" y="1020"/>
                  </a:lnTo>
                  <a:lnTo>
                    <a:pt x="995" y="1024"/>
                  </a:lnTo>
                  <a:lnTo>
                    <a:pt x="993" y="1016"/>
                  </a:lnTo>
                  <a:lnTo>
                    <a:pt x="993" y="1004"/>
                  </a:lnTo>
                  <a:close/>
                  <a:moveTo>
                    <a:pt x="909" y="1008"/>
                  </a:moveTo>
                  <a:lnTo>
                    <a:pt x="915" y="996"/>
                  </a:lnTo>
                  <a:lnTo>
                    <a:pt x="933" y="990"/>
                  </a:lnTo>
                  <a:lnTo>
                    <a:pt x="935" y="992"/>
                  </a:lnTo>
                  <a:lnTo>
                    <a:pt x="929" y="992"/>
                  </a:lnTo>
                  <a:lnTo>
                    <a:pt x="929" y="998"/>
                  </a:lnTo>
                  <a:lnTo>
                    <a:pt x="933" y="1000"/>
                  </a:lnTo>
                  <a:lnTo>
                    <a:pt x="929" y="1004"/>
                  </a:lnTo>
                  <a:lnTo>
                    <a:pt x="967" y="1008"/>
                  </a:lnTo>
                  <a:lnTo>
                    <a:pt x="941" y="1024"/>
                  </a:lnTo>
                  <a:lnTo>
                    <a:pt x="961" y="1032"/>
                  </a:lnTo>
                  <a:lnTo>
                    <a:pt x="961" y="1048"/>
                  </a:lnTo>
                  <a:lnTo>
                    <a:pt x="973" y="1054"/>
                  </a:lnTo>
                  <a:lnTo>
                    <a:pt x="1003" y="1034"/>
                  </a:lnTo>
                  <a:lnTo>
                    <a:pt x="1021" y="1036"/>
                  </a:lnTo>
                  <a:lnTo>
                    <a:pt x="1023" y="1032"/>
                  </a:lnTo>
                  <a:lnTo>
                    <a:pt x="1037" y="1046"/>
                  </a:lnTo>
                  <a:lnTo>
                    <a:pt x="1041" y="1044"/>
                  </a:lnTo>
                  <a:lnTo>
                    <a:pt x="1061" y="1058"/>
                  </a:lnTo>
                  <a:lnTo>
                    <a:pt x="1077" y="1072"/>
                  </a:lnTo>
                  <a:lnTo>
                    <a:pt x="1077" y="1072"/>
                  </a:lnTo>
                  <a:lnTo>
                    <a:pt x="1081" y="1074"/>
                  </a:lnTo>
                  <a:lnTo>
                    <a:pt x="1083" y="1076"/>
                  </a:lnTo>
                  <a:lnTo>
                    <a:pt x="1083" y="1076"/>
                  </a:lnTo>
                  <a:lnTo>
                    <a:pt x="1091" y="1084"/>
                  </a:lnTo>
                  <a:lnTo>
                    <a:pt x="1109" y="1094"/>
                  </a:lnTo>
                  <a:lnTo>
                    <a:pt x="1115" y="1112"/>
                  </a:lnTo>
                  <a:lnTo>
                    <a:pt x="1115" y="1118"/>
                  </a:lnTo>
                  <a:lnTo>
                    <a:pt x="1113" y="1120"/>
                  </a:lnTo>
                  <a:lnTo>
                    <a:pt x="1093" y="1134"/>
                  </a:lnTo>
                  <a:lnTo>
                    <a:pt x="1073" y="1132"/>
                  </a:lnTo>
                  <a:lnTo>
                    <a:pt x="1049" y="1138"/>
                  </a:lnTo>
                  <a:lnTo>
                    <a:pt x="1021" y="1128"/>
                  </a:lnTo>
                  <a:lnTo>
                    <a:pt x="1015" y="1116"/>
                  </a:lnTo>
                  <a:lnTo>
                    <a:pt x="1005" y="1118"/>
                  </a:lnTo>
                  <a:lnTo>
                    <a:pt x="997" y="1108"/>
                  </a:lnTo>
                  <a:lnTo>
                    <a:pt x="961" y="1110"/>
                  </a:lnTo>
                  <a:lnTo>
                    <a:pt x="941" y="1118"/>
                  </a:lnTo>
                  <a:lnTo>
                    <a:pt x="919" y="1134"/>
                  </a:lnTo>
                  <a:lnTo>
                    <a:pt x="883" y="1128"/>
                  </a:lnTo>
                  <a:lnTo>
                    <a:pt x="883" y="1128"/>
                  </a:lnTo>
                  <a:lnTo>
                    <a:pt x="867" y="1122"/>
                  </a:lnTo>
                  <a:lnTo>
                    <a:pt x="865" y="1116"/>
                  </a:lnTo>
                  <a:lnTo>
                    <a:pt x="867" y="1116"/>
                  </a:lnTo>
                  <a:lnTo>
                    <a:pt x="865" y="1112"/>
                  </a:lnTo>
                  <a:lnTo>
                    <a:pt x="863" y="1112"/>
                  </a:lnTo>
                  <a:lnTo>
                    <a:pt x="863" y="1112"/>
                  </a:lnTo>
                  <a:lnTo>
                    <a:pt x="855" y="1100"/>
                  </a:lnTo>
                  <a:lnTo>
                    <a:pt x="861" y="1094"/>
                  </a:lnTo>
                  <a:lnTo>
                    <a:pt x="863" y="1084"/>
                  </a:lnTo>
                  <a:lnTo>
                    <a:pt x="873" y="1076"/>
                  </a:lnTo>
                  <a:lnTo>
                    <a:pt x="875" y="1068"/>
                  </a:lnTo>
                  <a:lnTo>
                    <a:pt x="877" y="1068"/>
                  </a:lnTo>
                  <a:lnTo>
                    <a:pt x="877" y="1066"/>
                  </a:lnTo>
                  <a:lnTo>
                    <a:pt x="877" y="1064"/>
                  </a:lnTo>
                  <a:lnTo>
                    <a:pt x="877" y="1064"/>
                  </a:lnTo>
                  <a:lnTo>
                    <a:pt x="879" y="1052"/>
                  </a:lnTo>
                  <a:lnTo>
                    <a:pt x="891" y="1040"/>
                  </a:lnTo>
                  <a:lnTo>
                    <a:pt x="893" y="1022"/>
                  </a:lnTo>
                  <a:lnTo>
                    <a:pt x="893" y="1022"/>
                  </a:lnTo>
                  <a:lnTo>
                    <a:pt x="893" y="1022"/>
                  </a:lnTo>
                  <a:lnTo>
                    <a:pt x="909" y="1008"/>
                  </a:lnTo>
                  <a:lnTo>
                    <a:pt x="907" y="1006"/>
                  </a:lnTo>
                  <a:lnTo>
                    <a:pt x="909" y="1008"/>
                  </a:lnTo>
                  <a:close/>
                  <a:moveTo>
                    <a:pt x="875" y="1148"/>
                  </a:moveTo>
                  <a:lnTo>
                    <a:pt x="853" y="1146"/>
                  </a:lnTo>
                  <a:lnTo>
                    <a:pt x="853" y="1152"/>
                  </a:lnTo>
                  <a:lnTo>
                    <a:pt x="839" y="1152"/>
                  </a:lnTo>
                  <a:lnTo>
                    <a:pt x="855" y="1140"/>
                  </a:lnTo>
                  <a:lnTo>
                    <a:pt x="879" y="1138"/>
                  </a:lnTo>
                  <a:lnTo>
                    <a:pt x="879" y="1138"/>
                  </a:lnTo>
                  <a:lnTo>
                    <a:pt x="883" y="1144"/>
                  </a:lnTo>
                  <a:lnTo>
                    <a:pt x="881" y="1144"/>
                  </a:lnTo>
                  <a:lnTo>
                    <a:pt x="873" y="1146"/>
                  </a:lnTo>
                  <a:lnTo>
                    <a:pt x="875" y="1148"/>
                  </a:lnTo>
                  <a:close/>
                  <a:moveTo>
                    <a:pt x="869" y="74"/>
                  </a:moveTo>
                  <a:lnTo>
                    <a:pt x="869" y="74"/>
                  </a:lnTo>
                  <a:lnTo>
                    <a:pt x="869" y="78"/>
                  </a:lnTo>
                  <a:lnTo>
                    <a:pt x="863" y="80"/>
                  </a:lnTo>
                  <a:lnTo>
                    <a:pt x="865" y="78"/>
                  </a:lnTo>
                  <a:lnTo>
                    <a:pt x="863" y="76"/>
                  </a:lnTo>
                  <a:lnTo>
                    <a:pt x="869" y="74"/>
                  </a:lnTo>
                  <a:close/>
                  <a:moveTo>
                    <a:pt x="769" y="102"/>
                  </a:moveTo>
                  <a:lnTo>
                    <a:pt x="773" y="100"/>
                  </a:lnTo>
                  <a:lnTo>
                    <a:pt x="769" y="104"/>
                  </a:lnTo>
                  <a:lnTo>
                    <a:pt x="769" y="112"/>
                  </a:lnTo>
                  <a:lnTo>
                    <a:pt x="767" y="110"/>
                  </a:lnTo>
                  <a:lnTo>
                    <a:pt x="769" y="102"/>
                  </a:lnTo>
                  <a:lnTo>
                    <a:pt x="769" y="102"/>
                  </a:lnTo>
                  <a:close/>
                  <a:moveTo>
                    <a:pt x="707" y="114"/>
                  </a:moveTo>
                  <a:lnTo>
                    <a:pt x="705" y="114"/>
                  </a:lnTo>
                  <a:lnTo>
                    <a:pt x="717" y="114"/>
                  </a:lnTo>
                  <a:lnTo>
                    <a:pt x="705" y="128"/>
                  </a:lnTo>
                  <a:lnTo>
                    <a:pt x="705" y="126"/>
                  </a:lnTo>
                  <a:lnTo>
                    <a:pt x="699" y="128"/>
                  </a:lnTo>
                  <a:lnTo>
                    <a:pt x="707" y="114"/>
                  </a:lnTo>
                  <a:close/>
                  <a:moveTo>
                    <a:pt x="685" y="138"/>
                  </a:moveTo>
                  <a:lnTo>
                    <a:pt x="693" y="132"/>
                  </a:lnTo>
                  <a:lnTo>
                    <a:pt x="691" y="142"/>
                  </a:lnTo>
                  <a:lnTo>
                    <a:pt x="687" y="138"/>
                  </a:lnTo>
                  <a:lnTo>
                    <a:pt x="685" y="138"/>
                  </a:lnTo>
                  <a:close/>
                  <a:moveTo>
                    <a:pt x="651" y="584"/>
                  </a:moveTo>
                  <a:lnTo>
                    <a:pt x="663" y="590"/>
                  </a:lnTo>
                  <a:lnTo>
                    <a:pt x="657" y="590"/>
                  </a:lnTo>
                  <a:lnTo>
                    <a:pt x="647" y="586"/>
                  </a:lnTo>
                  <a:lnTo>
                    <a:pt x="651" y="584"/>
                  </a:lnTo>
                  <a:close/>
                  <a:moveTo>
                    <a:pt x="573" y="722"/>
                  </a:moveTo>
                  <a:lnTo>
                    <a:pt x="569" y="728"/>
                  </a:lnTo>
                  <a:lnTo>
                    <a:pt x="569" y="726"/>
                  </a:lnTo>
                  <a:lnTo>
                    <a:pt x="573" y="722"/>
                  </a:lnTo>
                  <a:close/>
                  <a:moveTo>
                    <a:pt x="517" y="728"/>
                  </a:moveTo>
                  <a:lnTo>
                    <a:pt x="523" y="742"/>
                  </a:lnTo>
                  <a:lnTo>
                    <a:pt x="535" y="740"/>
                  </a:lnTo>
                  <a:lnTo>
                    <a:pt x="531" y="744"/>
                  </a:lnTo>
                  <a:lnTo>
                    <a:pt x="537" y="760"/>
                  </a:lnTo>
                  <a:lnTo>
                    <a:pt x="539" y="746"/>
                  </a:lnTo>
                  <a:lnTo>
                    <a:pt x="539" y="752"/>
                  </a:lnTo>
                  <a:lnTo>
                    <a:pt x="557" y="754"/>
                  </a:lnTo>
                  <a:lnTo>
                    <a:pt x="557" y="756"/>
                  </a:lnTo>
                  <a:lnTo>
                    <a:pt x="563" y="756"/>
                  </a:lnTo>
                  <a:lnTo>
                    <a:pt x="565" y="744"/>
                  </a:lnTo>
                  <a:lnTo>
                    <a:pt x="565" y="744"/>
                  </a:lnTo>
                  <a:lnTo>
                    <a:pt x="565" y="736"/>
                  </a:lnTo>
                  <a:lnTo>
                    <a:pt x="573" y="734"/>
                  </a:lnTo>
                  <a:lnTo>
                    <a:pt x="571" y="730"/>
                  </a:lnTo>
                  <a:lnTo>
                    <a:pt x="599" y="730"/>
                  </a:lnTo>
                  <a:lnTo>
                    <a:pt x="605" y="708"/>
                  </a:lnTo>
                  <a:lnTo>
                    <a:pt x="633" y="704"/>
                  </a:lnTo>
                  <a:lnTo>
                    <a:pt x="639" y="690"/>
                  </a:lnTo>
                  <a:lnTo>
                    <a:pt x="637" y="698"/>
                  </a:lnTo>
                  <a:lnTo>
                    <a:pt x="641" y="700"/>
                  </a:lnTo>
                  <a:lnTo>
                    <a:pt x="651" y="674"/>
                  </a:lnTo>
                  <a:lnTo>
                    <a:pt x="647" y="672"/>
                  </a:lnTo>
                  <a:lnTo>
                    <a:pt x="641" y="682"/>
                  </a:lnTo>
                  <a:lnTo>
                    <a:pt x="647" y="658"/>
                  </a:lnTo>
                  <a:lnTo>
                    <a:pt x="645" y="644"/>
                  </a:lnTo>
                  <a:lnTo>
                    <a:pt x="649" y="642"/>
                  </a:lnTo>
                  <a:lnTo>
                    <a:pt x="649" y="626"/>
                  </a:lnTo>
                  <a:lnTo>
                    <a:pt x="645" y="622"/>
                  </a:lnTo>
                  <a:lnTo>
                    <a:pt x="657" y="618"/>
                  </a:lnTo>
                  <a:lnTo>
                    <a:pt x="649" y="616"/>
                  </a:lnTo>
                  <a:lnTo>
                    <a:pt x="653" y="616"/>
                  </a:lnTo>
                  <a:lnTo>
                    <a:pt x="661" y="604"/>
                  </a:lnTo>
                  <a:lnTo>
                    <a:pt x="669" y="610"/>
                  </a:lnTo>
                  <a:lnTo>
                    <a:pt x="679" y="598"/>
                  </a:lnTo>
                  <a:lnTo>
                    <a:pt x="679" y="594"/>
                  </a:lnTo>
                  <a:lnTo>
                    <a:pt x="683" y="592"/>
                  </a:lnTo>
                  <a:lnTo>
                    <a:pt x="681" y="588"/>
                  </a:lnTo>
                  <a:lnTo>
                    <a:pt x="677" y="588"/>
                  </a:lnTo>
                  <a:lnTo>
                    <a:pt x="683" y="584"/>
                  </a:lnTo>
                  <a:lnTo>
                    <a:pt x="689" y="570"/>
                  </a:lnTo>
                  <a:lnTo>
                    <a:pt x="681" y="556"/>
                  </a:lnTo>
                  <a:lnTo>
                    <a:pt x="685" y="556"/>
                  </a:lnTo>
                  <a:lnTo>
                    <a:pt x="661" y="538"/>
                  </a:lnTo>
                  <a:lnTo>
                    <a:pt x="657" y="544"/>
                  </a:lnTo>
                  <a:lnTo>
                    <a:pt x="655" y="508"/>
                  </a:lnTo>
                  <a:lnTo>
                    <a:pt x="657" y="504"/>
                  </a:lnTo>
                  <a:lnTo>
                    <a:pt x="661" y="506"/>
                  </a:lnTo>
                  <a:lnTo>
                    <a:pt x="663" y="478"/>
                  </a:lnTo>
                  <a:lnTo>
                    <a:pt x="661" y="472"/>
                  </a:lnTo>
                  <a:lnTo>
                    <a:pt x="665" y="472"/>
                  </a:lnTo>
                  <a:lnTo>
                    <a:pt x="667" y="470"/>
                  </a:lnTo>
                  <a:lnTo>
                    <a:pt x="669" y="464"/>
                  </a:lnTo>
                  <a:lnTo>
                    <a:pt x="669" y="458"/>
                  </a:lnTo>
                  <a:lnTo>
                    <a:pt x="671" y="460"/>
                  </a:lnTo>
                  <a:lnTo>
                    <a:pt x="687" y="438"/>
                  </a:lnTo>
                  <a:lnTo>
                    <a:pt x="721" y="416"/>
                  </a:lnTo>
                  <a:lnTo>
                    <a:pt x="741" y="388"/>
                  </a:lnTo>
                  <a:lnTo>
                    <a:pt x="733" y="370"/>
                  </a:lnTo>
                  <a:lnTo>
                    <a:pt x="741" y="356"/>
                  </a:lnTo>
                  <a:lnTo>
                    <a:pt x="739" y="348"/>
                  </a:lnTo>
                  <a:lnTo>
                    <a:pt x="751" y="338"/>
                  </a:lnTo>
                  <a:lnTo>
                    <a:pt x="753" y="340"/>
                  </a:lnTo>
                  <a:lnTo>
                    <a:pt x="757" y="324"/>
                  </a:lnTo>
                  <a:lnTo>
                    <a:pt x="787" y="330"/>
                  </a:lnTo>
                  <a:lnTo>
                    <a:pt x="787" y="324"/>
                  </a:lnTo>
                  <a:lnTo>
                    <a:pt x="807" y="344"/>
                  </a:lnTo>
                  <a:lnTo>
                    <a:pt x="811" y="362"/>
                  </a:lnTo>
                  <a:lnTo>
                    <a:pt x="795" y="368"/>
                  </a:lnTo>
                  <a:lnTo>
                    <a:pt x="793" y="382"/>
                  </a:lnTo>
                  <a:lnTo>
                    <a:pt x="759" y="424"/>
                  </a:lnTo>
                  <a:lnTo>
                    <a:pt x="751" y="434"/>
                  </a:lnTo>
                  <a:lnTo>
                    <a:pt x="741" y="434"/>
                  </a:lnTo>
                  <a:lnTo>
                    <a:pt x="739" y="444"/>
                  </a:lnTo>
                  <a:lnTo>
                    <a:pt x="733" y="444"/>
                  </a:lnTo>
                  <a:lnTo>
                    <a:pt x="725" y="460"/>
                  </a:lnTo>
                  <a:lnTo>
                    <a:pt x="731" y="478"/>
                  </a:lnTo>
                  <a:lnTo>
                    <a:pt x="729" y="486"/>
                  </a:lnTo>
                  <a:lnTo>
                    <a:pt x="737" y="506"/>
                  </a:lnTo>
                  <a:lnTo>
                    <a:pt x="735" y="506"/>
                  </a:lnTo>
                  <a:lnTo>
                    <a:pt x="735" y="508"/>
                  </a:lnTo>
                  <a:lnTo>
                    <a:pt x="735" y="518"/>
                  </a:lnTo>
                  <a:lnTo>
                    <a:pt x="731" y="528"/>
                  </a:lnTo>
                  <a:lnTo>
                    <a:pt x="733" y="536"/>
                  </a:lnTo>
                  <a:lnTo>
                    <a:pt x="731" y="542"/>
                  </a:lnTo>
                  <a:lnTo>
                    <a:pt x="755" y="558"/>
                  </a:lnTo>
                  <a:lnTo>
                    <a:pt x="747" y="566"/>
                  </a:lnTo>
                  <a:lnTo>
                    <a:pt x="759" y="566"/>
                  </a:lnTo>
                  <a:lnTo>
                    <a:pt x="763" y="560"/>
                  </a:lnTo>
                  <a:lnTo>
                    <a:pt x="767" y="570"/>
                  </a:lnTo>
                  <a:lnTo>
                    <a:pt x="771" y="566"/>
                  </a:lnTo>
                  <a:lnTo>
                    <a:pt x="773" y="570"/>
                  </a:lnTo>
                  <a:lnTo>
                    <a:pt x="793" y="566"/>
                  </a:lnTo>
                  <a:lnTo>
                    <a:pt x="821" y="552"/>
                  </a:lnTo>
                  <a:lnTo>
                    <a:pt x="845" y="546"/>
                  </a:lnTo>
                  <a:lnTo>
                    <a:pt x="845" y="548"/>
                  </a:lnTo>
                  <a:lnTo>
                    <a:pt x="853" y="546"/>
                  </a:lnTo>
                  <a:lnTo>
                    <a:pt x="855" y="546"/>
                  </a:lnTo>
                  <a:lnTo>
                    <a:pt x="855" y="546"/>
                  </a:lnTo>
                  <a:lnTo>
                    <a:pt x="869" y="542"/>
                  </a:lnTo>
                  <a:lnTo>
                    <a:pt x="869" y="544"/>
                  </a:lnTo>
                  <a:lnTo>
                    <a:pt x="865" y="546"/>
                  </a:lnTo>
                  <a:lnTo>
                    <a:pt x="869" y="556"/>
                  </a:lnTo>
                  <a:lnTo>
                    <a:pt x="893" y="562"/>
                  </a:lnTo>
                  <a:lnTo>
                    <a:pt x="897" y="566"/>
                  </a:lnTo>
                  <a:lnTo>
                    <a:pt x="881" y="566"/>
                  </a:lnTo>
                  <a:lnTo>
                    <a:pt x="865" y="576"/>
                  </a:lnTo>
                  <a:lnTo>
                    <a:pt x="859" y="570"/>
                  </a:lnTo>
                  <a:lnTo>
                    <a:pt x="857" y="584"/>
                  </a:lnTo>
                  <a:lnTo>
                    <a:pt x="855" y="586"/>
                  </a:lnTo>
                  <a:lnTo>
                    <a:pt x="815" y="576"/>
                  </a:lnTo>
                  <a:lnTo>
                    <a:pt x="773" y="594"/>
                  </a:lnTo>
                  <a:lnTo>
                    <a:pt x="771" y="612"/>
                  </a:lnTo>
                  <a:lnTo>
                    <a:pt x="775" y="614"/>
                  </a:lnTo>
                  <a:lnTo>
                    <a:pt x="771" y="616"/>
                  </a:lnTo>
                  <a:lnTo>
                    <a:pt x="777" y="630"/>
                  </a:lnTo>
                  <a:lnTo>
                    <a:pt x="791" y="628"/>
                  </a:lnTo>
                  <a:lnTo>
                    <a:pt x="789" y="642"/>
                  </a:lnTo>
                  <a:lnTo>
                    <a:pt x="789" y="642"/>
                  </a:lnTo>
                  <a:lnTo>
                    <a:pt x="789" y="644"/>
                  </a:lnTo>
                  <a:lnTo>
                    <a:pt x="789" y="648"/>
                  </a:lnTo>
                  <a:lnTo>
                    <a:pt x="789" y="648"/>
                  </a:lnTo>
                  <a:lnTo>
                    <a:pt x="787" y="666"/>
                  </a:lnTo>
                  <a:lnTo>
                    <a:pt x="785" y="672"/>
                  </a:lnTo>
                  <a:lnTo>
                    <a:pt x="773" y="668"/>
                  </a:lnTo>
                  <a:lnTo>
                    <a:pt x="757" y="644"/>
                  </a:lnTo>
                  <a:lnTo>
                    <a:pt x="739" y="654"/>
                  </a:lnTo>
                  <a:lnTo>
                    <a:pt x="725" y="684"/>
                  </a:lnTo>
                  <a:lnTo>
                    <a:pt x="725" y="696"/>
                  </a:lnTo>
                  <a:lnTo>
                    <a:pt x="723" y="696"/>
                  </a:lnTo>
                  <a:lnTo>
                    <a:pt x="725" y="702"/>
                  </a:lnTo>
                  <a:lnTo>
                    <a:pt x="725" y="702"/>
                  </a:lnTo>
                  <a:lnTo>
                    <a:pt x="725" y="702"/>
                  </a:lnTo>
                  <a:lnTo>
                    <a:pt x="731" y="730"/>
                  </a:lnTo>
                  <a:lnTo>
                    <a:pt x="709" y="740"/>
                  </a:lnTo>
                  <a:lnTo>
                    <a:pt x="701" y="756"/>
                  </a:lnTo>
                  <a:lnTo>
                    <a:pt x="687" y="762"/>
                  </a:lnTo>
                  <a:lnTo>
                    <a:pt x="685" y="756"/>
                  </a:lnTo>
                  <a:lnTo>
                    <a:pt x="691" y="756"/>
                  </a:lnTo>
                  <a:lnTo>
                    <a:pt x="687" y="744"/>
                  </a:lnTo>
                  <a:lnTo>
                    <a:pt x="657" y="746"/>
                  </a:lnTo>
                  <a:lnTo>
                    <a:pt x="603" y="772"/>
                  </a:lnTo>
                  <a:lnTo>
                    <a:pt x="599" y="776"/>
                  </a:lnTo>
                  <a:lnTo>
                    <a:pt x="587" y="766"/>
                  </a:lnTo>
                  <a:lnTo>
                    <a:pt x="593" y="768"/>
                  </a:lnTo>
                  <a:lnTo>
                    <a:pt x="591" y="758"/>
                  </a:lnTo>
                  <a:lnTo>
                    <a:pt x="591" y="754"/>
                  </a:lnTo>
                  <a:lnTo>
                    <a:pt x="577" y="748"/>
                  </a:lnTo>
                  <a:lnTo>
                    <a:pt x="579" y="752"/>
                  </a:lnTo>
                  <a:lnTo>
                    <a:pt x="579" y="752"/>
                  </a:lnTo>
                  <a:lnTo>
                    <a:pt x="577" y="758"/>
                  </a:lnTo>
                  <a:lnTo>
                    <a:pt x="577" y="758"/>
                  </a:lnTo>
                  <a:lnTo>
                    <a:pt x="571" y="760"/>
                  </a:lnTo>
                  <a:lnTo>
                    <a:pt x="569" y="756"/>
                  </a:lnTo>
                  <a:lnTo>
                    <a:pt x="547" y="772"/>
                  </a:lnTo>
                  <a:lnTo>
                    <a:pt x="539" y="772"/>
                  </a:lnTo>
                  <a:lnTo>
                    <a:pt x="545" y="760"/>
                  </a:lnTo>
                  <a:lnTo>
                    <a:pt x="523" y="758"/>
                  </a:lnTo>
                  <a:lnTo>
                    <a:pt x="521" y="756"/>
                  </a:lnTo>
                  <a:lnTo>
                    <a:pt x="521" y="746"/>
                  </a:lnTo>
                  <a:lnTo>
                    <a:pt x="517" y="744"/>
                  </a:lnTo>
                  <a:lnTo>
                    <a:pt x="515" y="738"/>
                  </a:lnTo>
                  <a:lnTo>
                    <a:pt x="517" y="728"/>
                  </a:lnTo>
                  <a:close/>
                  <a:moveTo>
                    <a:pt x="835" y="1176"/>
                  </a:moveTo>
                  <a:lnTo>
                    <a:pt x="835" y="1182"/>
                  </a:lnTo>
                  <a:lnTo>
                    <a:pt x="831" y="1176"/>
                  </a:lnTo>
                  <a:lnTo>
                    <a:pt x="835" y="1176"/>
                  </a:lnTo>
                  <a:close/>
                  <a:moveTo>
                    <a:pt x="797" y="1140"/>
                  </a:moveTo>
                  <a:lnTo>
                    <a:pt x="791" y="1142"/>
                  </a:lnTo>
                  <a:lnTo>
                    <a:pt x="795" y="1140"/>
                  </a:lnTo>
                  <a:lnTo>
                    <a:pt x="797" y="1140"/>
                  </a:lnTo>
                  <a:close/>
                  <a:moveTo>
                    <a:pt x="765" y="1206"/>
                  </a:moveTo>
                  <a:lnTo>
                    <a:pt x="765" y="1206"/>
                  </a:lnTo>
                  <a:lnTo>
                    <a:pt x="755" y="1202"/>
                  </a:lnTo>
                  <a:lnTo>
                    <a:pt x="759" y="1202"/>
                  </a:lnTo>
                  <a:lnTo>
                    <a:pt x="765" y="1206"/>
                  </a:lnTo>
                  <a:close/>
                  <a:moveTo>
                    <a:pt x="765" y="1188"/>
                  </a:moveTo>
                  <a:lnTo>
                    <a:pt x="765" y="1188"/>
                  </a:lnTo>
                  <a:lnTo>
                    <a:pt x="765" y="1190"/>
                  </a:lnTo>
                  <a:lnTo>
                    <a:pt x="765" y="1188"/>
                  </a:lnTo>
                  <a:close/>
                  <a:moveTo>
                    <a:pt x="731" y="732"/>
                  </a:moveTo>
                  <a:lnTo>
                    <a:pt x="729" y="740"/>
                  </a:lnTo>
                  <a:lnTo>
                    <a:pt x="725" y="738"/>
                  </a:lnTo>
                  <a:lnTo>
                    <a:pt x="731" y="730"/>
                  </a:lnTo>
                  <a:lnTo>
                    <a:pt x="731" y="732"/>
                  </a:lnTo>
                  <a:lnTo>
                    <a:pt x="731" y="732"/>
                  </a:lnTo>
                  <a:close/>
                  <a:moveTo>
                    <a:pt x="435" y="800"/>
                  </a:moveTo>
                  <a:lnTo>
                    <a:pt x="433" y="810"/>
                  </a:lnTo>
                  <a:lnTo>
                    <a:pt x="437" y="810"/>
                  </a:lnTo>
                  <a:lnTo>
                    <a:pt x="435" y="814"/>
                  </a:lnTo>
                  <a:lnTo>
                    <a:pt x="429" y="806"/>
                  </a:lnTo>
                  <a:lnTo>
                    <a:pt x="435" y="800"/>
                  </a:lnTo>
                  <a:close/>
                  <a:moveTo>
                    <a:pt x="433" y="822"/>
                  </a:moveTo>
                  <a:lnTo>
                    <a:pt x="431" y="822"/>
                  </a:lnTo>
                  <a:lnTo>
                    <a:pt x="431" y="818"/>
                  </a:lnTo>
                  <a:lnTo>
                    <a:pt x="435" y="816"/>
                  </a:lnTo>
                  <a:lnTo>
                    <a:pt x="433" y="820"/>
                  </a:lnTo>
                  <a:lnTo>
                    <a:pt x="433" y="822"/>
                  </a:lnTo>
                  <a:close/>
                  <a:moveTo>
                    <a:pt x="611" y="1736"/>
                  </a:moveTo>
                  <a:lnTo>
                    <a:pt x="611" y="1736"/>
                  </a:lnTo>
                  <a:lnTo>
                    <a:pt x="607" y="1736"/>
                  </a:lnTo>
                  <a:lnTo>
                    <a:pt x="605" y="1738"/>
                  </a:lnTo>
                  <a:lnTo>
                    <a:pt x="607" y="1738"/>
                  </a:lnTo>
                  <a:lnTo>
                    <a:pt x="601" y="1742"/>
                  </a:lnTo>
                  <a:lnTo>
                    <a:pt x="583" y="1718"/>
                  </a:lnTo>
                  <a:lnTo>
                    <a:pt x="583" y="1714"/>
                  </a:lnTo>
                  <a:lnTo>
                    <a:pt x="583" y="1714"/>
                  </a:lnTo>
                  <a:lnTo>
                    <a:pt x="587" y="1714"/>
                  </a:lnTo>
                  <a:lnTo>
                    <a:pt x="593" y="1716"/>
                  </a:lnTo>
                  <a:lnTo>
                    <a:pt x="597" y="1728"/>
                  </a:lnTo>
                  <a:lnTo>
                    <a:pt x="615" y="1730"/>
                  </a:lnTo>
                  <a:lnTo>
                    <a:pt x="615" y="1734"/>
                  </a:lnTo>
                  <a:lnTo>
                    <a:pt x="611" y="1736"/>
                  </a:lnTo>
                  <a:close/>
                  <a:moveTo>
                    <a:pt x="897" y="2112"/>
                  </a:moveTo>
                  <a:lnTo>
                    <a:pt x="891" y="2102"/>
                  </a:lnTo>
                  <a:lnTo>
                    <a:pt x="889" y="2086"/>
                  </a:lnTo>
                  <a:lnTo>
                    <a:pt x="887" y="2078"/>
                  </a:lnTo>
                  <a:lnTo>
                    <a:pt x="887" y="2056"/>
                  </a:lnTo>
                  <a:lnTo>
                    <a:pt x="891" y="2064"/>
                  </a:lnTo>
                  <a:lnTo>
                    <a:pt x="897" y="2092"/>
                  </a:lnTo>
                  <a:lnTo>
                    <a:pt x="893" y="2102"/>
                  </a:lnTo>
                  <a:lnTo>
                    <a:pt x="907" y="2112"/>
                  </a:lnTo>
                  <a:lnTo>
                    <a:pt x="909" y="2120"/>
                  </a:lnTo>
                  <a:lnTo>
                    <a:pt x="897" y="2112"/>
                  </a:lnTo>
                  <a:close/>
                  <a:moveTo>
                    <a:pt x="917" y="2144"/>
                  </a:moveTo>
                  <a:lnTo>
                    <a:pt x="913" y="2140"/>
                  </a:lnTo>
                  <a:lnTo>
                    <a:pt x="913" y="2136"/>
                  </a:lnTo>
                  <a:lnTo>
                    <a:pt x="913" y="2136"/>
                  </a:lnTo>
                  <a:lnTo>
                    <a:pt x="911" y="2134"/>
                  </a:lnTo>
                  <a:lnTo>
                    <a:pt x="911" y="2130"/>
                  </a:lnTo>
                  <a:lnTo>
                    <a:pt x="911" y="2132"/>
                  </a:lnTo>
                  <a:lnTo>
                    <a:pt x="909" y="2124"/>
                  </a:lnTo>
                  <a:lnTo>
                    <a:pt x="917" y="2142"/>
                  </a:lnTo>
                  <a:lnTo>
                    <a:pt x="917" y="2144"/>
                  </a:lnTo>
                  <a:close/>
                  <a:moveTo>
                    <a:pt x="921" y="1950"/>
                  </a:moveTo>
                  <a:lnTo>
                    <a:pt x="913" y="1958"/>
                  </a:lnTo>
                  <a:lnTo>
                    <a:pt x="911" y="1958"/>
                  </a:lnTo>
                  <a:lnTo>
                    <a:pt x="911" y="1954"/>
                  </a:lnTo>
                  <a:lnTo>
                    <a:pt x="921" y="1946"/>
                  </a:lnTo>
                  <a:lnTo>
                    <a:pt x="921" y="1950"/>
                  </a:lnTo>
                  <a:close/>
                  <a:moveTo>
                    <a:pt x="917" y="1358"/>
                  </a:moveTo>
                  <a:lnTo>
                    <a:pt x="913" y="1360"/>
                  </a:lnTo>
                  <a:lnTo>
                    <a:pt x="911" y="1358"/>
                  </a:lnTo>
                  <a:lnTo>
                    <a:pt x="877" y="1372"/>
                  </a:lnTo>
                  <a:lnTo>
                    <a:pt x="839" y="1358"/>
                  </a:lnTo>
                  <a:lnTo>
                    <a:pt x="807" y="1356"/>
                  </a:lnTo>
                  <a:lnTo>
                    <a:pt x="803" y="1348"/>
                  </a:lnTo>
                  <a:lnTo>
                    <a:pt x="771" y="1342"/>
                  </a:lnTo>
                  <a:lnTo>
                    <a:pt x="765" y="1332"/>
                  </a:lnTo>
                  <a:lnTo>
                    <a:pt x="747" y="1326"/>
                  </a:lnTo>
                  <a:lnTo>
                    <a:pt x="727" y="1330"/>
                  </a:lnTo>
                  <a:lnTo>
                    <a:pt x="705" y="1346"/>
                  </a:lnTo>
                  <a:lnTo>
                    <a:pt x="703" y="1358"/>
                  </a:lnTo>
                  <a:lnTo>
                    <a:pt x="707" y="1368"/>
                  </a:lnTo>
                  <a:lnTo>
                    <a:pt x="703" y="1376"/>
                  </a:lnTo>
                  <a:lnTo>
                    <a:pt x="687" y="1384"/>
                  </a:lnTo>
                  <a:lnTo>
                    <a:pt x="665" y="1370"/>
                  </a:lnTo>
                  <a:lnTo>
                    <a:pt x="631" y="1362"/>
                  </a:lnTo>
                  <a:lnTo>
                    <a:pt x="619" y="1340"/>
                  </a:lnTo>
                  <a:lnTo>
                    <a:pt x="591" y="1330"/>
                  </a:lnTo>
                  <a:lnTo>
                    <a:pt x="567" y="1330"/>
                  </a:lnTo>
                  <a:lnTo>
                    <a:pt x="549" y="1322"/>
                  </a:lnTo>
                  <a:lnTo>
                    <a:pt x="549" y="1322"/>
                  </a:lnTo>
                  <a:lnTo>
                    <a:pt x="547" y="1320"/>
                  </a:lnTo>
                  <a:lnTo>
                    <a:pt x="545" y="1320"/>
                  </a:lnTo>
                  <a:lnTo>
                    <a:pt x="545" y="1320"/>
                  </a:lnTo>
                  <a:lnTo>
                    <a:pt x="545" y="1320"/>
                  </a:lnTo>
                  <a:lnTo>
                    <a:pt x="541" y="1314"/>
                  </a:lnTo>
                  <a:lnTo>
                    <a:pt x="541" y="1314"/>
                  </a:lnTo>
                  <a:lnTo>
                    <a:pt x="539" y="1304"/>
                  </a:lnTo>
                  <a:lnTo>
                    <a:pt x="531" y="1312"/>
                  </a:lnTo>
                  <a:lnTo>
                    <a:pt x="527" y="1310"/>
                  </a:lnTo>
                  <a:lnTo>
                    <a:pt x="523" y="1306"/>
                  </a:lnTo>
                  <a:lnTo>
                    <a:pt x="527" y="1306"/>
                  </a:lnTo>
                  <a:lnTo>
                    <a:pt x="527" y="1298"/>
                  </a:lnTo>
                  <a:lnTo>
                    <a:pt x="541" y="1288"/>
                  </a:lnTo>
                  <a:lnTo>
                    <a:pt x="545" y="1276"/>
                  </a:lnTo>
                  <a:lnTo>
                    <a:pt x="545" y="1266"/>
                  </a:lnTo>
                  <a:lnTo>
                    <a:pt x="537" y="1260"/>
                  </a:lnTo>
                  <a:lnTo>
                    <a:pt x="535" y="1256"/>
                  </a:lnTo>
                  <a:lnTo>
                    <a:pt x="545" y="1238"/>
                  </a:lnTo>
                  <a:lnTo>
                    <a:pt x="543" y="1230"/>
                  </a:lnTo>
                  <a:lnTo>
                    <a:pt x="531" y="1238"/>
                  </a:lnTo>
                  <a:lnTo>
                    <a:pt x="531" y="1238"/>
                  </a:lnTo>
                  <a:lnTo>
                    <a:pt x="529" y="1228"/>
                  </a:lnTo>
                  <a:lnTo>
                    <a:pt x="515" y="1226"/>
                  </a:lnTo>
                  <a:lnTo>
                    <a:pt x="499" y="1234"/>
                  </a:lnTo>
                  <a:lnTo>
                    <a:pt x="483" y="1236"/>
                  </a:lnTo>
                  <a:lnTo>
                    <a:pt x="471" y="1230"/>
                  </a:lnTo>
                  <a:lnTo>
                    <a:pt x="465" y="1234"/>
                  </a:lnTo>
                  <a:lnTo>
                    <a:pt x="455" y="1230"/>
                  </a:lnTo>
                  <a:lnTo>
                    <a:pt x="435" y="1240"/>
                  </a:lnTo>
                  <a:lnTo>
                    <a:pt x="429" y="1236"/>
                  </a:lnTo>
                  <a:lnTo>
                    <a:pt x="409" y="1234"/>
                  </a:lnTo>
                  <a:lnTo>
                    <a:pt x="360" y="1244"/>
                  </a:lnTo>
                  <a:lnTo>
                    <a:pt x="340" y="1254"/>
                  </a:lnTo>
                  <a:lnTo>
                    <a:pt x="336" y="1258"/>
                  </a:lnTo>
                  <a:lnTo>
                    <a:pt x="320" y="1262"/>
                  </a:lnTo>
                  <a:lnTo>
                    <a:pt x="312" y="1272"/>
                  </a:lnTo>
                  <a:lnTo>
                    <a:pt x="300" y="1276"/>
                  </a:lnTo>
                  <a:lnTo>
                    <a:pt x="280" y="1272"/>
                  </a:lnTo>
                  <a:lnTo>
                    <a:pt x="256" y="1274"/>
                  </a:lnTo>
                  <a:lnTo>
                    <a:pt x="246" y="1270"/>
                  </a:lnTo>
                  <a:lnTo>
                    <a:pt x="236" y="1258"/>
                  </a:lnTo>
                  <a:lnTo>
                    <a:pt x="236" y="1258"/>
                  </a:lnTo>
                  <a:lnTo>
                    <a:pt x="258" y="1242"/>
                  </a:lnTo>
                  <a:lnTo>
                    <a:pt x="302" y="1240"/>
                  </a:lnTo>
                  <a:lnTo>
                    <a:pt x="314" y="1222"/>
                  </a:lnTo>
                  <a:lnTo>
                    <a:pt x="326" y="1222"/>
                  </a:lnTo>
                  <a:lnTo>
                    <a:pt x="332" y="1204"/>
                  </a:lnTo>
                  <a:lnTo>
                    <a:pt x="342" y="1196"/>
                  </a:lnTo>
                  <a:lnTo>
                    <a:pt x="344" y="1190"/>
                  </a:lnTo>
                  <a:lnTo>
                    <a:pt x="336" y="1184"/>
                  </a:lnTo>
                  <a:lnTo>
                    <a:pt x="334" y="1176"/>
                  </a:lnTo>
                  <a:lnTo>
                    <a:pt x="354" y="1144"/>
                  </a:lnTo>
                  <a:lnTo>
                    <a:pt x="395" y="1118"/>
                  </a:lnTo>
                  <a:lnTo>
                    <a:pt x="401" y="1104"/>
                  </a:lnTo>
                  <a:lnTo>
                    <a:pt x="397" y="1100"/>
                  </a:lnTo>
                  <a:lnTo>
                    <a:pt x="395" y="1092"/>
                  </a:lnTo>
                  <a:lnTo>
                    <a:pt x="397" y="1084"/>
                  </a:lnTo>
                  <a:lnTo>
                    <a:pt x="411" y="1076"/>
                  </a:lnTo>
                  <a:lnTo>
                    <a:pt x="429" y="1078"/>
                  </a:lnTo>
                  <a:lnTo>
                    <a:pt x="451" y="1088"/>
                  </a:lnTo>
                  <a:lnTo>
                    <a:pt x="477" y="1068"/>
                  </a:lnTo>
                  <a:lnTo>
                    <a:pt x="489" y="1064"/>
                  </a:lnTo>
                  <a:lnTo>
                    <a:pt x="499" y="1054"/>
                  </a:lnTo>
                  <a:lnTo>
                    <a:pt x="523" y="1062"/>
                  </a:lnTo>
                  <a:lnTo>
                    <a:pt x="531" y="1086"/>
                  </a:lnTo>
                  <a:lnTo>
                    <a:pt x="543" y="1104"/>
                  </a:lnTo>
                  <a:lnTo>
                    <a:pt x="551" y="1106"/>
                  </a:lnTo>
                  <a:lnTo>
                    <a:pt x="579" y="1134"/>
                  </a:lnTo>
                  <a:lnTo>
                    <a:pt x="591" y="1134"/>
                  </a:lnTo>
                  <a:lnTo>
                    <a:pt x="603" y="1148"/>
                  </a:lnTo>
                  <a:lnTo>
                    <a:pt x="611" y="1148"/>
                  </a:lnTo>
                  <a:lnTo>
                    <a:pt x="615" y="1158"/>
                  </a:lnTo>
                  <a:lnTo>
                    <a:pt x="625" y="1166"/>
                  </a:lnTo>
                  <a:lnTo>
                    <a:pt x="627" y="1164"/>
                  </a:lnTo>
                  <a:lnTo>
                    <a:pt x="635" y="1188"/>
                  </a:lnTo>
                  <a:lnTo>
                    <a:pt x="629" y="1192"/>
                  </a:lnTo>
                  <a:lnTo>
                    <a:pt x="627" y="1200"/>
                  </a:lnTo>
                  <a:lnTo>
                    <a:pt x="593" y="1208"/>
                  </a:lnTo>
                  <a:lnTo>
                    <a:pt x="583" y="1202"/>
                  </a:lnTo>
                  <a:lnTo>
                    <a:pt x="569" y="1202"/>
                  </a:lnTo>
                  <a:lnTo>
                    <a:pt x="567" y="1210"/>
                  </a:lnTo>
                  <a:lnTo>
                    <a:pt x="569" y="1220"/>
                  </a:lnTo>
                  <a:lnTo>
                    <a:pt x="601" y="1234"/>
                  </a:lnTo>
                  <a:lnTo>
                    <a:pt x="609" y="1242"/>
                  </a:lnTo>
                  <a:lnTo>
                    <a:pt x="621" y="1242"/>
                  </a:lnTo>
                  <a:lnTo>
                    <a:pt x="621" y="1240"/>
                  </a:lnTo>
                  <a:lnTo>
                    <a:pt x="623" y="1232"/>
                  </a:lnTo>
                  <a:lnTo>
                    <a:pt x="621" y="1224"/>
                  </a:lnTo>
                  <a:lnTo>
                    <a:pt x="627" y="1210"/>
                  </a:lnTo>
                  <a:lnTo>
                    <a:pt x="627" y="1214"/>
                  </a:lnTo>
                  <a:lnTo>
                    <a:pt x="637" y="1214"/>
                  </a:lnTo>
                  <a:lnTo>
                    <a:pt x="647" y="1202"/>
                  </a:lnTo>
                  <a:lnTo>
                    <a:pt x="649" y="1190"/>
                  </a:lnTo>
                  <a:lnTo>
                    <a:pt x="659" y="1186"/>
                  </a:lnTo>
                  <a:lnTo>
                    <a:pt x="659" y="1174"/>
                  </a:lnTo>
                  <a:lnTo>
                    <a:pt x="649" y="1166"/>
                  </a:lnTo>
                  <a:lnTo>
                    <a:pt x="651" y="1154"/>
                  </a:lnTo>
                  <a:lnTo>
                    <a:pt x="657" y="1150"/>
                  </a:lnTo>
                  <a:lnTo>
                    <a:pt x="669" y="1158"/>
                  </a:lnTo>
                  <a:lnTo>
                    <a:pt x="681" y="1170"/>
                  </a:lnTo>
                  <a:lnTo>
                    <a:pt x="685" y="1158"/>
                  </a:lnTo>
                  <a:lnTo>
                    <a:pt x="673" y="1142"/>
                  </a:lnTo>
                  <a:lnTo>
                    <a:pt x="637" y="1124"/>
                  </a:lnTo>
                  <a:lnTo>
                    <a:pt x="641" y="1114"/>
                  </a:lnTo>
                  <a:lnTo>
                    <a:pt x="637" y="1110"/>
                  </a:lnTo>
                  <a:lnTo>
                    <a:pt x="621" y="1112"/>
                  </a:lnTo>
                  <a:lnTo>
                    <a:pt x="611" y="1106"/>
                  </a:lnTo>
                  <a:lnTo>
                    <a:pt x="601" y="1096"/>
                  </a:lnTo>
                  <a:lnTo>
                    <a:pt x="591" y="1068"/>
                  </a:lnTo>
                  <a:lnTo>
                    <a:pt x="571" y="1054"/>
                  </a:lnTo>
                  <a:lnTo>
                    <a:pt x="567" y="1044"/>
                  </a:lnTo>
                  <a:lnTo>
                    <a:pt x="571" y="1034"/>
                  </a:lnTo>
                  <a:lnTo>
                    <a:pt x="567" y="1030"/>
                  </a:lnTo>
                  <a:lnTo>
                    <a:pt x="567" y="1026"/>
                  </a:lnTo>
                  <a:lnTo>
                    <a:pt x="583" y="1016"/>
                  </a:lnTo>
                  <a:lnTo>
                    <a:pt x="587" y="1016"/>
                  </a:lnTo>
                  <a:lnTo>
                    <a:pt x="589" y="1020"/>
                  </a:lnTo>
                  <a:lnTo>
                    <a:pt x="587" y="1030"/>
                  </a:lnTo>
                  <a:lnTo>
                    <a:pt x="593" y="1040"/>
                  </a:lnTo>
                  <a:lnTo>
                    <a:pt x="599" y="1042"/>
                  </a:lnTo>
                  <a:lnTo>
                    <a:pt x="603" y="1034"/>
                  </a:lnTo>
                  <a:lnTo>
                    <a:pt x="613" y="1040"/>
                  </a:lnTo>
                  <a:lnTo>
                    <a:pt x="615" y="1048"/>
                  </a:lnTo>
                  <a:lnTo>
                    <a:pt x="621" y="1052"/>
                  </a:lnTo>
                  <a:lnTo>
                    <a:pt x="615" y="1056"/>
                  </a:lnTo>
                  <a:lnTo>
                    <a:pt x="635" y="1076"/>
                  </a:lnTo>
                  <a:lnTo>
                    <a:pt x="651" y="1078"/>
                  </a:lnTo>
                  <a:lnTo>
                    <a:pt x="657" y="1084"/>
                  </a:lnTo>
                  <a:lnTo>
                    <a:pt x="655" y="1084"/>
                  </a:lnTo>
                  <a:lnTo>
                    <a:pt x="655" y="1088"/>
                  </a:lnTo>
                  <a:lnTo>
                    <a:pt x="669" y="1092"/>
                  </a:lnTo>
                  <a:lnTo>
                    <a:pt x="675" y="1098"/>
                  </a:lnTo>
                  <a:lnTo>
                    <a:pt x="677" y="1100"/>
                  </a:lnTo>
                  <a:lnTo>
                    <a:pt x="677" y="1100"/>
                  </a:lnTo>
                  <a:lnTo>
                    <a:pt x="693" y="1116"/>
                  </a:lnTo>
                  <a:lnTo>
                    <a:pt x="693" y="1116"/>
                  </a:lnTo>
                  <a:lnTo>
                    <a:pt x="695" y="1116"/>
                  </a:lnTo>
                  <a:lnTo>
                    <a:pt x="699" y="1120"/>
                  </a:lnTo>
                  <a:lnTo>
                    <a:pt x="699" y="1118"/>
                  </a:lnTo>
                  <a:lnTo>
                    <a:pt x="699" y="1118"/>
                  </a:lnTo>
                  <a:lnTo>
                    <a:pt x="697" y="1128"/>
                  </a:lnTo>
                  <a:lnTo>
                    <a:pt x="697" y="1148"/>
                  </a:lnTo>
                  <a:lnTo>
                    <a:pt x="691" y="1148"/>
                  </a:lnTo>
                  <a:lnTo>
                    <a:pt x="707" y="1166"/>
                  </a:lnTo>
                  <a:lnTo>
                    <a:pt x="699" y="1166"/>
                  </a:lnTo>
                  <a:lnTo>
                    <a:pt x="711" y="1178"/>
                  </a:lnTo>
                  <a:lnTo>
                    <a:pt x="715" y="1176"/>
                  </a:lnTo>
                  <a:lnTo>
                    <a:pt x="713" y="1172"/>
                  </a:lnTo>
                  <a:lnTo>
                    <a:pt x="723" y="1186"/>
                  </a:lnTo>
                  <a:lnTo>
                    <a:pt x="723" y="1186"/>
                  </a:lnTo>
                  <a:lnTo>
                    <a:pt x="719" y="1186"/>
                  </a:lnTo>
                  <a:lnTo>
                    <a:pt x="731" y="1204"/>
                  </a:lnTo>
                  <a:lnTo>
                    <a:pt x="735" y="1204"/>
                  </a:lnTo>
                  <a:lnTo>
                    <a:pt x="729" y="1214"/>
                  </a:lnTo>
                  <a:lnTo>
                    <a:pt x="739" y="1228"/>
                  </a:lnTo>
                  <a:lnTo>
                    <a:pt x="739" y="1238"/>
                  </a:lnTo>
                  <a:lnTo>
                    <a:pt x="745" y="1244"/>
                  </a:lnTo>
                  <a:lnTo>
                    <a:pt x="747" y="1238"/>
                  </a:lnTo>
                  <a:lnTo>
                    <a:pt x="753" y="1252"/>
                  </a:lnTo>
                  <a:lnTo>
                    <a:pt x="761" y="1242"/>
                  </a:lnTo>
                  <a:lnTo>
                    <a:pt x="775" y="1256"/>
                  </a:lnTo>
                  <a:lnTo>
                    <a:pt x="767" y="1228"/>
                  </a:lnTo>
                  <a:lnTo>
                    <a:pt x="769" y="1230"/>
                  </a:lnTo>
                  <a:lnTo>
                    <a:pt x="779" y="1222"/>
                  </a:lnTo>
                  <a:lnTo>
                    <a:pt x="773" y="1212"/>
                  </a:lnTo>
                  <a:lnTo>
                    <a:pt x="777" y="1212"/>
                  </a:lnTo>
                  <a:lnTo>
                    <a:pt x="789" y="1224"/>
                  </a:lnTo>
                  <a:lnTo>
                    <a:pt x="789" y="1206"/>
                  </a:lnTo>
                  <a:lnTo>
                    <a:pt x="789" y="1206"/>
                  </a:lnTo>
                  <a:lnTo>
                    <a:pt x="793" y="1214"/>
                  </a:lnTo>
                  <a:lnTo>
                    <a:pt x="799" y="1214"/>
                  </a:lnTo>
                  <a:lnTo>
                    <a:pt x="809" y="1228"/>
                  </a:lnTo>
                  <a:lnTo>
                    <a:pt x="809" y="1210"/>
                  </a:lnTo>
                  <a:lnTo>
                    <a:pt x="801" y="1208"/>
                  </a:lnTo>
                  <a:lnTo>
                    <a:pt x="801" y="1208"/>
                  </a:lnTo>
                  <a:lnTo>
                    <a:pt x="791" y="1192"/>
                  </a:lnTo>
                  <a:lnTo>
                    <a:pt x="775" y="1182"/>
                  </a:lnTo>
                  <a:lnTo>
                    <a:pt x="763" y="1162"/>
                  </a:lnTo>
                  <a:lnTo>
                    <a:pt x="763" y="1154"/>
                  </a:lnTo>
                  <a:lnTo>
                    <a:pt x="781" y="1170"/>
                  </a:lnTo>
                  <a:lnTo>
                    <a:pt x="779" y="1160"/>
                  </a:lnTo>
                  <a:lnTo>
                    <a:pt x="791" y="1168"/>
                  </a:lnTo>
                  <a:lnTo>
                    <a:pt x="787" y="1158"/>
                  </a:lnTo>
                  <a:lnTo>
                    <a:pt x="791" y="1158"/>
                  </a:lnTo>
                  <a:lnTo>
                    <a:pt x="793" y="1154"/>
                  </a:lnTo>
                  <a:lnTo>
                    <a:pt x="785" y="1148"/>
                  </a:lnTo>
                  <a:lnTo>
                    <a:pt x="791" y="1144"/>
                  </a:lnTo>
                  <a:lnTo>
                    <a:pt x="801" y="1152"/>
                  </a:lnTo>
                  <a:lnTo>
                    <a:pt x="803" y="1140"/>
                  </a:lnTo>
                  <a:lnTo>
                    <a:pt x="803" y="1140"/>
                  </a:lnTo>
                  <a:lnTo>
                    <a:pt x="821" y="1144"/>
                  </a:lnTo>
                  <a:lnTo>
                    <a:pt x="821" y="1144"/>
                  </a:lnTo>
                  <a:lnTo>
                    <a:pt x="825" y="1146"/>
                  </a:lnTo>
                  <a:lnTo>
                    <a:pt x="825" y="1146"/>
                  </a:lnTo>
                  <a:lnTo>
                    <a:pt x="825" y="1146"/>
                  </a:lnTo>
                  <a:lnTo>
                    <a:pt x="829" y="1148"/>
                  </a:lnTo>
                  <a:lnTo>
                    <a:pt x="825" y="1150"/>
                  </a:lnTo>
                  <a:lnTo>
                    <a:pt x="825" y="1166"/>
                  </a:lnTo>
                  <a:lnTo>
                    <a:pt x="827" y="1162"/>
                  </a:lnTo>
                  <a:lnTo>
                    <a:pt x="823" y="1178"/>
                  </a:lnTo>
                  <a:lnTo>
                    <a:pt x="823" y="1178"/>
                  </a:lnTo>
                  <a:lnTo>
                    <a:pt x="813" y="1184"/>
                  </a:lnTo>
                  <a:lnTo>
                    <a:pt x="837" y="1188"/>
                  </a:lnTo>
                  <a:lnTo>
                    <a:pt x="839" y="1190"/>
                  </a:lnTo>
                  <a:lnTo>
                    <a:pt x="835" y="1194"/>
                  </a:lnTo>
                  <a:lnTo>
                    <a:pt x="831" y="1188"/>
                  </a:lnTo>
                  <a:lnTo>
                    <a:pt x="829" y="1196"/>
                  </a:lnTo>
                  <a:lnTo>
                    <a:pt x="817" y="1190"/>
                  </a:lnTo>
                  <a:lnTo>
                    <a:pt x="821" y="1212"/>
                  </a:lnTo>
                  <a:lnTo>
                    <a:pt x="827" y="1200"/>
                  </a:lnTo>
                  <a:lnTo>
                    <a:pt x="827" y="1206"/>
                  </a:lnTo>
                  <a:lnTo>
                    <a:pt x="843" y="1212"/>
                  </a:lnTo>
                  <a:lnTo>
                    <a:pt x="841" y="1220"/>
                  </a:lnTo>
                  <a:lnTo>
                    <a:pt x="847" y="1220"/>
                  </a:lnTo>
                  <a:lnTo>
                    <a:pt x="845" y="1224"/>
                  </a:lnTo>
                  <a:lnTo>
                    <a:pt x="849" y="1230"/>
                  </a:lnTo>
                  <a:lnTo>
                    <a:pt x="843" y="1236"/>
                  </a:lnTo>
                  <a:lnTo>
                    <a:pt x="857" y="1236"/>
                  </a:lnTo>
                  <a:lnTo>
                    <a:pt x="849" y="1240"/>
                  </a:lnTo>
                  <a:lnTo>
                    <a:pt x="851" y="1244"/>
                  </a:lnTo>
                  <a:lnTo>
                    <a:pt x="861" y="1242"/>
                  </a:lnTo>
                  <a:lnTo>
                    <a:pt x="861" y="1248"/>
                  </a:lnTo>
                  <a:lnTo>
                    <a:pt x="861" y="1246"/>
                  </a:lnTo>
                  <a:lnTo>
                    <a:pt x="855" y="1252"/>
                  </a:lnTo>
                  <a:lnTo>
                    <a:pt x="855" y="1262"/>
                  </a:lnTo>
                  <a:lnTo>
                    <a:pt x="865" y="1258"/>
                  </a:lnTo>
                  <a:lnTo>
                    <a:pt x="871" y="1242"/>
                  </a:lnTo>
                  <a:lnTo>
                    <a:pt x="871" y="1242"/>
                  </a:lnTo>
                  <a:lnTo>
                    <a:pt x="877" y="1246"/>
                  </a:lnTo>
                  <a:lnTo>
                    <a:pt x="881" y="1244"/>
                  </a:lnTo>
                  <a:lnTo>
                    <a:pt x="883" y="1252"/>
                  </a:lnTo>
                  <a:lnTo>
                    <a:pt x="897" y="1258"/>
                  </a:lnTo>
                  <a:lnTo>
                    <a:pt x="911" y="1252"/>
                  </a:lnTo>
                  <a:lnTo>
                    <a:pt x="913" y="1240"/>
                  </a:lnTo>
                  <a:lnTo>
                    <a:pt x="915" y="1240"/>
                  </a:lnTo>
                  <a:lnTo>
                    <a:pt x="953" y="1260"/>
                  </a:lnTo>
                  <a:lnTo>
                    <a:pt x="977" y="1252"/>
                  </a:lnTo>
                  <a:lnTo>
                    <a:pt x="985" y="1244"/>
                  </a:lnTo>
                  <a:lnTo>
                    <a:pt x="991" y="1242"/>
                  </a:lnTo>
                  <a:lnTo>
                    <a:pt x="1003" y="1248"/>
                  </a:lnTo>
                  <a:lnTo>
                    <a:pt x="1011" y="1240"/>
                  </a:lnTo>
                  <a:lnTo>
                    <a:pt x="1011" y="1242"/>
                  </a:lnTo>
                  <a:lnTo>
                    <a:pt x="1009" y="1244"/>
                  </a:lnTo>
                  <a:lnTo>
                    <a:pt x="1007" y="1252"/>
                  </a:lnTo>
                  <a:lnTo>
                    <a:pt x="1007" y="1252"/>
                  </a:lnTo>
                  <a:lnTo>
                    <a:pt x="1007" y="1258"/>
                  </a:lnTo>
                  <a:lnTo>
                    <a:pt x="1007" y="1258"/>
                  </a:lnTo>
                  <a:lnTo>
                    <a:pt x="1007" y="1258"/>
                  </a:lnTo>
                  <a:lnTo>
                    <a:pt x="1007" y="1262"/>
                  </a:lnTo>
                  <a:lnTo>
                    <a:pt x="1009" y="1286"/>
                  </a:lnTo>
                  <a:lnTo>
                    <a:pt x="991" y="1320"/>
                  </a:lnTo>
                  <a:lnTo>
                    <a:pt x="989" y="1320"/>
                  </a:lnTo>
                  <a:lnTo>
                    <a:pt x="989" y="1322"/>
                  </a:lnTo>
                  <a:lnTo>
                    <a:pt x="987" y="1326"/>
                  </a:lnTo>
                  <a:lnTo>
                    <a:pt x="989" y="1326"/>
                  </a:lnTo>
                  <a:lnTo>
                    <a:pt x="979" y="1354"/>
                  </a:lnTo>
                  <a:lnTo>
                    <a:pt x="973" y="1364"/>
                  </a:lnTo>
                  <a:lnTo>
                    <a:pt x="957" y="1368"/>
                  </a:lnTo>
                  <a:lnTo>
                    <a:pt x="947" y="1368"/>
                  </a:lnTo>
                  <a:lnTo>
                    <a:pt x="939" y="1362"/>
                  </a:lnTo>
                  <a:lnTo>
                    <a:pt x="935" y="1356"/>
                  </a:lnTo>
                  <a:lnTo>
                    <a:pt x="917" y="1358"/>
                  </a:lnTo>
                  <a:close/>
                  <a:moveTo>
                    <a:pt x="769" y="1182"/>
                  </a:moveTo>
                  <a:lnTo>
                    <a:pt x="773" y="1184"/>
                  </a:lnTo>
                  <a:lnTo>
                    <a:pt x="769" y="1186"/>
                  </a:lnTo>
                  <a:lnTo>
                    <a:pt x="769" y="1182"/>
                  </a:lnTo>
                  <a:close/>
                  <a:moveTo>
                    <a:pt x="955" y="2026"/>
                  </a:moveTo>
                  <a:lnTo>
                    <a:pt x="955" y="2028"/>
                  </a:lnTo>
                  <a:lnTo>
                    <a:pt x="955" y="2026"/>
                  </a:lnTo>
                  <a:lnTo>
                    <a:pt x="949" y="2028"/>
                  </a:lnTo>
                  <a:lnTo>
                    <a:pt x="941" y="2018"/>
                  </a:lnTo>
                  <a:lnTo>
                    <a:pt x="939" y="2028"/>
                  </a:lnTo>
                  <a:lnTo>
                    <a:pt x="937" y="2028"/>
                  </a:lnTo>
                  <a:lnTo>
                    <a:pt x="935" y="2020"/>
                  </a:lnTo>
                  <a:lnTo>
                    <a:pt x="935" y="2000"/>
                  </a:lnTo>
                  <a:lnTo>
                    <a:pt x="937" y="1986"/>
                  </a:lnTo>
                  <a:lnTo>
                    <a:pt x="949" y="1980"/>
                  </a:lnTo>
                  <a:lnTo>
                    <a:pt x="959" y="1984"/>
                  </a:lnTo>
                  <a:lnTo>
                    <a:pt x="963" y="1978"/>
                  </a:lnTo>
                  <a:lnTo>
                    <a:pt x="973" y="1978"/>
                  </a:lnTo>
                  <a:lnTo>
                    <a:pt x="975" y="1990"/>
                  </a:lnTo>
                  <a:lnTo>
                    <a:pt x="977" y="1990"/>
                  </a:lnTo>
                  <a:lnTo>
                    <a:pt x="973" y="1996"/>
                  </a:lnTo>
                  <a:lnTo>
                    <a:pt x="975" y="1998"/>
                  </a:lnTo>
                  <a:lnTo>
                    <a:pt x="975" y="2000"/>
                  </a:lnTo>
                  <a:lnTo>
                    <a:pt x="957" y="2020"/>
                  </a:lnTo>
                  <a:lnTo>
                    <a:pt x="963" y="2024"/>
                  </a:lnTo>
                  <a:lnTo>
                    <a:pt x="955" y="2026"/>
                  </a:lnTo>
                  <a:close/>
                  <a:moveTo>
                    <a:pt x="991" y="2244"/>
                  </a:moveTo>
                  <a:lnTo>
                    <a:pt x="987" y="2246"/>
                  </a:lnTo>
                  <a:lnTo>
                    <a:pt x="987" y="2240"/>
                  </a:lnTo>
                  <a:lnTo>
                    <a:pt x="977" y="2214"/>
                  </a:lnTo>
                  <a:lnTo>
                    <a:pt x="981" y="2202"/>
                  </a:lnTo>
                  <a:lnTo>
                    <a:pt x="981" y="2176"/>
                  </a:lnTo>
                  <a:lnTo>
                    <a:pt x="975" y="2168"/>
                  </a:lnTo>
                  <a:lnTo>
                    <a:pt x="975" y="2166"/>
                  </a:lnTo>
                  <a:lnTo>
                    <a:pt x="981" y="2170"/>
                  </a:lnTo>
                  <a:lnTo>
                    <a:pt x="985" y="2192"/>
                  </a:lnTo>
                  <a:lnTo>
                    <a:pt x="989" y="2200"/>
                  </a:lnTo>
                  <a:lnTo>
                    <a:pt x="985" y="2214"/>
                  </a:lnTo>
                  <a:lnTo>
                    <a:pt x="989" y="2238"/>
                  </a:lnTo>
                  <a:lnTo>
                    <a:pt x="989" y="2238"/>
                  </a:lnTo>
                  <a:lnTo>
                    <a:pt x="991" y="2246"/>
                  </a:lnTo>
                  <a:lnTo>
                    <a:pt x="991" y="2244"/>
                  </a:lnTo>
                  <a:close/>
                  <a:moveTo>
                    <a:pt x="1145" y="1740"/>
                  </a:moveTo>
                  <a:lnTo>
                    <a:pt x="1145" y="1738"/>
                  </a:lnTo>
                  <a:lnTo>
                    <a:pt x="1145" y="1738"/>
                  </a:lnTo>
                  <a:lnTo>
                    <a:pt x="1135" y="1730"/>
                  </a:lnTo>
                  <a:lnTo>
                    <a:pt x="1111" y="1704"/>
                  </a:lnTo>
                  <a:lnTo>
                    <a:pt x="1097" y="1696"/>
                  </a:lnTo>
                  <a:lnTo>
                    <a:pt x="1093" y="1696"/>
                  </a:lnTo>
                  <a:lnTo>
                    <a:pt x="1087" y="1690"/>
                  </a:lnTo>
                  <a:lnTo>
                    <a:pt x="1101" y="1690"/>
                  </a:lnTo>
                  <a:lnTo>
                    <a:pt x="1095" y="1684"/>
                  </a:lnTo>
                  <a:lnTo>
                    <a:pt x="1093" y="1682"/>
                  </a:lnTo>
                  <a:lnTo>
                    <a:pt x="1087" y="1678"/>
                  </a:lnTo>
                  <a:lnTo>
                    <a:pt x="1083" y="1680"/>
                  </a:lnTo>
                  <a:lnTo>
                    <a:pt x="1083" y="1686"/>
                  </a:lnTo>
                  <a:lnTo>
                    <a:pt x="1083" y="1692"/>
                  </a:lnTo>
                  <a:lnTo>
                    <a:pt x="1075" y="1678"/>
                  </a:lnTo>
                  <a:lnTo>
                    <a:pt x="1067" y="1648"/>
                  </a:lnTo>
                  <a:lnTo>
                    <a:pt x="1061" y="1638"/>
                  </a:lnTo>
                  <a:lnTo>
                    <a:pt x="1061" y="1638"/>
                  </a:lnTo>
                  <a:lnTo>
                    <a:pt x="1059" y="1636"/>
                  </a:lnTo>
                  <a:lnTo>
                    <a:pt x="1057" y="1632"/>
                  </a:lnTo>
                  <a:lnTo>
                    <a:pt x="1055" y="1634"/>
                  </a:lnTo>
                  <a:lnTo>
                    <a:pt x="1039" y="1620"/>
                  </a:lnTo>
                  <a:lnTo>
                    <a:pt x="1037" y="1576"/>
                  </a:lnTo>
                  <a:lnTo>
                    <a:pt x="1031" y="1570"/>
                  </a:lnTo>
                  <a:lnTo>
                    <a:pt x="1031" y="1558"/>
                  </a:lnTo>
                  <a:lnTo>
                    <a:pt x="1007" y="1536"/>
                  </a:lnTo>
                  <a:lnTo>
                    <a:pt x="1003" y="1524"/>
                  </a:lnTo>
                  <a:lnTo>
                    <a:pt x="1013" y="1520"/>
                  </a:lnTo>
                  <a:lnTo>
                    <a:pt x="1009" y="1518"/>
                  </a:lnTo>
                  <a:lnTo>
                    <a:pt x="997" y="1508"/>
                  </a:lnTo>
                  <a:lnTo>
                    <a:pt x="975" y="1466"/>
                  </a:lnTo>
                  <a:lnTo>
                    <a:pt x="965" y="1436"/>
                  </a:lnTo>
                  <a:lnTo>
                    <a:pt x="951" y="1416"/>
                  </a:lnTo>
                  <a:lnTo>
                    <a:pt x="945" y="1402"/>
                  </a:lnTo>
                  <a:lnTo>
                    <a:pt x="947" y="1398"/>
                  </a:lnTo>
                  <a:lnTo>
                    <a:pt x="959" y="1426"/>
                  </a:lnTo>
                  <a:lnTo>
                    <a:pt x="975" y="1442"/>
                  </a:lnTo>
                  <a:lnTo>
                    <a:pt x="983" y="1440"/>
                  </a:lnTo>
                  <a:lnTo>
                    <a:pt x="985" y="1436"/>
                  </a:lnTo>
                  <a:lnTo>
                    <a:pt x="993" y="1436"/>
                  </a:lnTo>
                  <a:lnTo>
                    <a:pt x="1027" y="1490"/>
                  </a:lnTo>
                  <a:lnTo>
                    <a:pt x="1035" y="1514"/>
                  </a:lnTo>
                  <a:lnTo>
                    <a:pt x="1043" y="1516"/>
                  </a:lnTo>
                  <a:lnTo>
                    <a:pt x="1053" y="1524"/>
                  </a:lnTo>
                  <a:lnTo>
                    <a:pt x="1065" y="1552"/>
                  </a:lnTo>
                  <a:lnTo>
                    <a:pt x="1065" y="1562"/>
                  </a:lnTo>
                  <a:lnTo>
                    <a:pt x="1071" y="1588"/>
                  </a:lnTo>
                  <a:lnTo>
                    <a:pt x="1089" y="1600"/>
                  </a:lnTo>
                  <a:lnTo>
                    <a:pt x="1101" y="1610"/>
                  </a:lnTo>
                  <a:lnTo>
                    <a:pt x="1105" y="1626"/>
                  </a:lnTo>
                  <a:lnTo>
                    <a:pt x="1115" y="1642"/>
                  </a:lnTo>
                  <a:lnTo>
                    <a:pt x="1125" y="1650"/>
                  </a:lnTo>
                  <a:lnTo>
                    <a:pt x="1133" y="1672"/>
                  </a:lnTo>
                  <a:lnTo>
                    <a:pt x="1135" y="1680"/>
                  </a:lnTo>
                  <a:lnTo>
                    <a:pt x="1131" y="1692"/>
                  </a:lnTo>
                  <a:lnTo>
                    <a:pt x="1137" y="1698"/>
                  </a:lnTo>
                  <a:lnTo>
                    <a:pt x="1145" y="1734"/>
                  </a:lnTo>
                  <a:lnTo>
                    <a:pt x="1149" y="1742"/>
                  </a:lnTo>
                  <a:lnTo>
                    <a:pt x="1145" y="1740"/>
                  </a:lnTo>
                  <a:close/>
                  <a:moveTo>
                    <a:pt x="1279" y="1474"/>
                  </a:moveTo>
                  <a:lnTo>
                    <a:pt x="1281" y="1484"/>
                  </a:lnTo>
                  <a:lnTo>
                    <a:pt x="1279" y="1480"/>
                  </a:lnTo>
                  <a:lnTo>
                    <a:pt x="1279" y="1474"/>
                  </a:lnTo>
                  <a:close/>
                  <a:moveTo>
                    <a:pt x="1352" y="1144"/>
                  </a:moveTo>
                  <a:lnTo>
                    <a:pt x="1333" y="1140"/>
                  </a:lnTo>
                  <a:lnTo>
                    <a:pt x="1329" y="1130"/>
                  </a:lnTo>
                  <a:lnTo>
                    <a:pt x="1327" y="1120"/>
                  </a:lnTo>
                  <a:lnTo>
                    <a:pt x="1341" y="1114"/>
                  </a:lnTo>
                  <a:lnTo>
                    <a:pt x="1343" y="1114"/>
                  </a:lnTo>
                  <a:lnTo>
                    <a:pt x="1349" y="1124"/>
                  </a:lnTo>
                  <a:lnTo>
                    <a:pt x="1358" y="1134"/>
                  </a:lnTo>
                  <a:lnTo>
                    <a:pt x="1349" y="1142"/>
                  </a:lnTo>
                  <a:lnTo>
                    <a:pt x="1352" y="1144"/>
                  </a:lnTo>
                  <a:close/>
                  <a:moveTo>
                    <a:pt x="1358" y="1024"/>
                  </a:moveTo>
                  <a:lnTo>
                    <a:pt x="1358" y="1030"/>
                  </a:lnTo>
                  <a:lnTo>
                    <a:pt x="1315" y="1020"/>
                  </a:lnTo>
                  <a:lnTo>
                    <a:pt x="1309" y="1026"/>
                  </a:lnTo>
                  <a:lnTo>
                    <a:pt x="1299" y="1026"/>
                  </a:lnTo>
                  <a:lnTo>
                    <a:pt x="1295" y="1036"/>
                  </a:lnTo>
                  <a:lnTo>
                    <a:pt x="1299" y="1044"/>
                  </a:lnTo>
                  <a:lnTo>
                    <a:pt x="1271" y="1044"/>
                  </a:lnTo>
                  <a:lnTo>
                    <a:pt x="1291" y="1064"/>
                  </a:lnTo>
                  <a:lnTo>
                    <a:pt x="1297" y="1084"/>
                  </a:lnTo>
                  <a:lnTo>
                    <a:pt x="1321" y="1094"/>
                  </a:lnTo>
                  <a:lnTo>
                    <a:pt x="1319" y="1114"/>
                  </a:lnTo>
                  <a:lnTo>
                    <a:pt x="1317" y="1114"/>
                  </a:lnTo>
                  <a:lnTo>
                    <a:pt x="1317" y="1116"/>
                  </a:lnTo>
                  <a:lnTo>
                    <a:pt x="1317" y="1120"/>
                  </a:lnTo>
                  <a:lnTo>
                    <a:pt x="1319" y="1120"/>
                  </a:lnTo>
                  <a:lnTo>
                    <a:pt x="1323" y="1134"/>
                  </a:lnTo>
                  <a:lnTo>
                    <a:pt x="1325" y="1132"/>
                  </a:lnTo>
                  <a:lnTo>
                    <a:pt x="1323" y="1154"/>
                  </a:lnTo>
                  <a:lnTo>
                    <a:pt x="1327" y="1166"/>
                  </a:lnTo>
                  <a:lnTo>
                    <a:pt x="1337" y="1162"/>
                  </a:lnTo>
                  <a:lnTo>
                    <a:pt x="1337" y="1164"/>
                  </a:lnTo>
                  <a:lnTo>
                    <a:pt x="1333" y="1168"/>
                  </a:lnTo>
                  <a:lnTo>
                    <a:pt x="1343" y="1172"/>
                  </a:lnTo>
                  <a:lnTo>
                    <a:pt x="1333" y="1178"/>
                  </a:lnTo>
                  <a:lnTo>
                    <a:pt x="1347" y="1186"/>
                  </a:lnTo>
                  <a:lnTo>
                    <a:pt x="1343" y="1198"/>
                  </a:lnTo>
                  <a:lnTo>
                    <a:pt x="1345" y="1222"/>
                  </a:lnTo>
                  <a:lnTo>
                    <a:pt x="1345" y="1222"/>
                  </a:lnTo>
                  <a:lnTo>
                    <a:pt x="1345" y="1224"/>
                  </a:lnTo>
                  <a:lnTo>
                    <a:pt x="1347" y="1226"/>
                  </a:lnTo>
                  <a:lnTo>
                    <a:pt x="1347" y="1226"/>
                  </a:lnTo>
                  <a:lnTo>
                    <a:pt x="1349" y="1234"/>
                  </a:lnTo>
                  <a:lnTo>
                    <a:pt x="1335" y="1234"/>
                  </a:lnTo>
                  <a:lnTo>
                    <a:pt x="1305" y="1240"/>
                  </a:lnTo>
                  <a:lnTo>
                    <a:pt x="1289" y="1234"/>
                  </a:lnTo>
                  <a:lnTo>
                    <a:pt x="1279" y="1222"/>
                  </a:lnTo>
                  <a:lnTo>
                    <a:pt x="1259" y="1218"/>
                  </a:lnTo>
                  <a:lnTo>
                    <a:pt x="1255" y="1198"/>
                  </a:lnTo>
                  <a:lnTo>
                    <a:pt x="1255" y="1186"/>
                  </a:lnTo>
                  <a:lnTo>
                    <a:pt x="1261" y="1188"/>
                  </a:lnTo>
                  <a:lnTo>
                    <a:pt x="1269" y="1158"/>
                  </a:lnTo>
                  <a:lnTo>
                    <a:pt x="1273" y="1154"/>
                  </a:lnTo>
                  <a:lnTo>
                    <a:pt x="1285" y="1158"/>
                  </a:lnTo>
                  <a:lnTo>
                    <a:pt x="1279" y="1146"/>
                  </a:lnTo>
                  <a:lnTo>
                    <a:pt x="1267" y="1144"/>
                  </a:lnTo>
                  <a:lnTo>
                    <a:pt x="1255" y="1124"/>
                  </a:lnTo>
                  <a:lnTo>
                    <a:pt x="1249" y="1116"/>
                  </a:lnTo>
                  <a:lnTo>
                    <a:pt x="1249" y="1116"/>
                  </a:lnTo>
                  <a:lnTo>
                    <a:pt x="1247" y="1114"/>
                  </a:lnTo>
                  <a:lnTo>
                    <a:pt x="1247" y="1114"/>
                  </a:lnTo>
                  <a:lnTo>
                    <a:pt x="1245" y="1112"/>
                  </a:lnTo>
                  <a:lnTo>
                    <a:pt x="1245" y="1112"/>
                  </a:lnTo>
                  <a:lnTo>
                    <a:pt x="1245" y="1112"/>
                  </a:lnTo>
                  <a:lnTo>
                    <a:pt x="1231" y="1084"/>
                  </a:lnTo>
                  <a:lnTo>
                    <a:pt x="1231" y="1064"/>
                  </a:lnTo>
                  <a:lnTo>
                    <a:pt x="1227" y="1064"/>
                  </a:lnTo>
                  <a:lnTo>
                    <a:pt x="1227" y="1064"/>
                  </a:lnTo>
                  <a:lnTo>
                    <a:pt x="1223" y="1054"/>
                  </a:lnTo>
                  <a:lnTo>
                    <a:pt x="1215" y="1046"/>
                  </a:lnTo>
                  <a:lnTo>
                    <a:pt x="1225" y="1026"/>
                  </a:lnTo>
                  <a:lnTo>
                    <a:pt x="1227" y="1018"/>
                  </a:lnTo>
                  <a:lnTo>
                    <a:pt x="1229" y="1020"/>
                  </a:lnTo>
                  <a:lnTo>
                    <a:pt x="1233" y="1004"/>
                  </a:lnTo>
                  <a:lnTo>
                    <a:pt x="1239" y="1018"/>
                  </a:lnTo>
                  <a:lnTo>
                    <a:pt x="1249" y="1004"/>
                  </a:lnTo>
                  <a:lnTo>
                    <a:pt x="1263" y="998"/>
                  </a:lnTo>
                  <a:lnTo>
                    <a:pt x="1255" y="994"/>
                  </a:lnTo>
                  <a:lnTo>
                    <a:pt x="1281" y="988"/>
                  </a:lnTo>
                  <a:lnTo>
                    <a:pt x="1293" y="978"/>
                  </a:lnTo>
                  <a:lnTo>
                    <a:pt x="1309" y="982"/>
                  </a:lnTo>
                  <a:lnTo>
                    <a:pt x="1323" y="978"/>
                  </a:lnTo>
                  <a:lnTo>
                    <a:pt x="1333" y="986"/>
                  </a:lnTo>
                  <a:lnTo>
                    <a:pt x="1347" y="1012"/>
                  </a:lnTo>
                  <a:lnTo>
                    <a:pt x="1360" y="1022"/>
                  </a:lnTo>
                  <a:lnTo>
                    <a:pt x="1360" y="1024"/>
                  </a:lnTo>
                  <a:lnTo>
                    <a:pt x="1358" y="1024"/>
                  </a:lnTo>
                  <a:close/>
                  <a:moveTo>
                    <a:pt x="1652" y="286"/>
                  </a:moveTo>
                  <a:lnTo>
                    <a:pt x="1656" y="286"/>
                  </a:lnTo>
                  <a:lnTo>
                    <a:pt x="1652" y="288"/>
                  </a:lnTo>
                  <a:lnTo>
                    <a:pt x="1652" y="286"/>
                  </a:lnTo>
                  <a:close/>
                  <a:moveTo>
                    <a:pt x="1778" y="186"/>
                  </a:moveTo>
                  <a:lnTo>
                    <a:pt x="1774" y="170"/>
                  </a:lnTo>
                  <a:lnTo>
                    <a:pt x="1790" y="180"/>
                  </a:lnTo>
                  <a:lnTo>
                    <a:pt x="1800" y="208"/>
                  </a:lnTo>
                  <a:lnTo>
                    <a:pt x="1792" y="212"/>
                  </a:lnTo>
                  <a:lnTo>
                    <a:pt x="1792" y="212"/>
                  </a:lnTo>
                  <a:lnTo>
                    <a:pt x="1788" y="208"/>
                  </a:lnTo>
                  <a:lnTo>
                    <a:pt x="1790" y="196"/>
                  </a:lnTo>
                  <a:lnTo>
                    <a:pt x="1778" y="186"/>
                  </a:lnTo>
                  <a:close/>
                  <a:moveTo>
                    <a:pt x="1796" y="242"/>
                  </a:moveTo>
                  <a:lnTo>
                    <a:pt x="1788" y="236"/>
                  </a:lnTo>
                  <a:lnTo>
                    <a:pt x="1804" y="242"/>
                  </a:lnTo>
                  <a:lnTo>
                    <a:pt x="1796" y="242"/>
                  </a:lnTo>
                  <a:close/>
                  <a:moveTo>
                    <a:pt x="1884" y="102"/>
                  </a:moveTo>
                  <a:lnTo>
                    <a:pt x="1884" y="100"/>
                  </a:lnTo>
                  <a:lnTo>
                    <a:pt x="1884" y="102"/>
                  </a:lnTo>
                  <a:lnTo>
                    <a:pt x="1884" y="102"/>
                  </a:lnTo>
                  <a:close/>
                  <a:moveTo>
                    <a:pt x="1890" y="106"/>
                  </a:moveTo>
                  <a:lnTo>
                    <a:pt x="1894" y="104"/>
                  </a:lnTo>
                  <a:lnTo>
                    <a:pt x="1894" y="108"/>
                  </a:lnTo>
                  <a:lnTo>
                    <a:pt x="1890" y="106"/>
                  </a:lnTo>
                  <a:close/>
                  <a:moveTo>
                    <a:pt x="1904" y="96"/>
                  </a:moveTo>
                  <a:lnTo>
                    <a:pt x="1896" y="100"/>
                  </a:lnTo>
                  <a:lnTo>
                    <a:pt x="1888" y="82"/>
                  </a:lnTo>
                  <a:lnTo>
                    <a:pt x="1884" y="90"/>
                  </a:lnTo>
                  <a:lnTo>
                    <a:pt x="1884" y="78"/>
                  </a:lnTo>
                  <a:lnTo>
                    <a:pt x="1884" y="52"/>
                  </a:lnTo>
                  <a:lnTo>
                    <a:pt x="1896" y="40"/>
                  </a:lnTo>
                  <a:lnTo>
                    <a:pt x="1902" y="20"/>
                  </a:lnTo>
                  <a:lnTo>
                    <a:pt x="1904" y="26"/>
                  </a:lnTo>
                  <a:lnTo>
                    <a:pt x="1896" y="46"/>
                  </a:lnTo>
                  <a:lnTo>
                    <a:pt x="1904" y="82"/>
                  </a:lnTo>
                  <a:lnTo>
                    <a:pt x="1904" y="96"/>
                  </a:lnTo>
                  <a:close/>
                  <a:moveTo>
                    <a:pt x="2190" y="1762"/>
                  </a:moveTo>
                  <a:lnTo>
                    <a:pt x="2188" y="1760"/>
                  </a:lnTo>
                  <a:lnTo>
                    <a:pt x="2190" y="1762"/>
                  </a:lnTo>
                  <a:lnTo>
                    <a:pt x="2190" y="17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439" name="Google Shape;439;p62"/>
            <p:cNvSpPr/>
            <p:nvPr/>
          </p:nvSpPr>
          <p:spPr>
            <a:xfrm>
              <a:off x="5345113" y="0"/>
              <a:ext cx="195263" cy="149225"/>
            </a:xfrm>
            <a:custGeom>
              <a:rect b="b" l="l" r="r" t="t"/>
              <a:pathLst>
                <a:path extrusionOk="0" h="94" w="123">
                  <a:moveTo>
                    <a:pt x="2" y="0"/>
                  </a:moveTo>
                  <a:lnTo>
                    <a:pt x="0" y="16"/>
                  </a:lnTo>
                  <a:lnTo>
                    <a:pt x="4" y="30"/>
                  </a:lnTo>
                  <a:lnTo>
                    <a:pt x="38" y="34"/>
                  </a:lnTo>
                  <a:lnTo>
                    <a:pt x="38" y="48"/>
                  </a:lnTo>
                  <a:lnTo>
                    <a:pt x="32" y="42"/>
                  </a:lnTo>
                  <a:lnTo>
                    <a:pt x="12" y="42"/>
                  </a:lnTo>
                  <a:lnTo>
                    <a:pt x="38" y="74"/>
                  </a:lnTo>
                  <a:lnTo>
                    <a:pt x="38" y="50"/>
                  </a:lnTo>
                  <a:lnTo>
                    <a:pt x="40" y="48"/>
                  </a:lnTo>
                  <a:lnTo>
                    <a:pt x="50" y="56"/>
                  </a:lnTo>
                  <a:lnTo>
                    <a:pt x="42" y="58"/>
                  </a:lnTo>
                  <a:lnTo>
                    <a:pt x="44" y="76"/>
                  </a:lnTo>
                  <a:lnTo>
                    <a:pt x="59" y="76"/>
                  </a:lnTo>
                  <a:lnTo>
                    <a:pt x="59" y="76"/>
                  </a:lnTo>
                  <a:lnTo>
                    <a:pt x="71" y="92"/>
                  </a:lnTo>
                  <a:lnTo>
                    <a:pt x="77" y="82"/>
                  </a:lnTo>
                  <a:lnTo>
                    <a:pt x="103" y="90"/>
                  </a:lnTo>
                  <a:lnTo>
                    <a:pt x="99" y="86"/>
                  </a:lnTo>
                  <a:lnTo>
                    <a:pt x="103" y="86"/>
                  </a:lnTo>
                  <a:lnTo>
                    <a:pt x="109" y="94"/>
                  </a:lnTo>
                  <a:lnTo>
                    <a:pt x="115" y="84"/>
                  </a:lnTo>
                  <a:lnTo>
                    <a:pt x="111" y="82"/>
                  </a:lnTo>
                  <a:lnTo>
                    <a:pt x="123" y="78"/>
                  </a:lnTo>
                  <a:lnTo>
                    <a:pt x="91" y="48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</p:grpSp>
      <p:sp>
        <p:nvSpPr>
          <p:cNvPr id="440" name="Google Shape;440;p62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62"/>
          <p:cNvSpPr txBox="1"/>
          <p:nvPr>
            <p:ph idx="1" type="body"/>
          </p:nvPr>
        </p:nvSpPr>
        <p:spPr>
          <a:xfrm>
            <a:off x="75141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tems">
  <p:cSld name="3 Items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3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63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5" name="Google Shape;445;p63"/>
          <p:cNvSpPr/>
          <p:nvPr>
            <p:ph idx="2" type="pic"/>
          </p:nvPr>
        </p:nvSpPr>
        <p:spPr>
          <a:xfrm>
            <a:off x="1785113" y="172126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63"/>
          <p:cNvSpPr txBox="1"/>
          <p:nvPr>
            <p:ph idx="3" type="body"/>
          </p:nvPr>
        </p:nvSpPr>
        <p:spPr>
          <a:xfrm>
            <a:off x="736601" y="3135777"/>
            <a:ext cx="341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7" name="Google Shape;447;p63"/>
          <p:cNvSpPr txBox="1"/>
          <p:nvPr>
            <p:ph idx="4" type="body"/>
          </p:nvPr>
        </p:nvSpPr>
        <p:spPr>
          <a:xfrm>
            <a:off x="736601" y="3500521"/>
            <a:ext cx="3413760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8" name="Google Shape;448;p63"/>
          <p:cNvSpPr/>
          <p:nvPr>
            <p:ph idx="5" type="pic"/>
          </p:nvPr>
        </p:nvSpPr>
        <p:spPr>
          <a:xfrm>
            <a:off x="5437632" y="172126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63"/>
          <p:cNvSpPr txBox="1"/>
          <p:nvPr>
            <p:ph idx="6" type="body"/>
          </p:nvPr>
        </p:nvSpPr>
        <p:spPr>
          <a:xfrm>
            <a:off x="4389120" y="3135777"/>
            <a:ext cx="341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0" name="Google Shape;450;p63"/>
          <p:cNvSpPr txBox="1"/>
          <p:nvPr>
            <p:ph idx="7" type="body"/>
          </p:nvPr>
        </p:nvSpPr>
        <p:spPr>
          <a:xfrm>
            <a:off x="4389120" y="3500521"/>
            <a:ext cx="3413760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1" name="Google Shape;451;p63"/>
          <p:cNvSpPr/>
          <p:nvPr>
            <p:ph idx="8" type="pic"/>
          </p:nvPr>
        </p:nvSpPr>
        <p:spPr>
          <a:xfrm>
            <a:off x="9079569" y="172126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63"/>
          <p:cNvSpPr txBox="1"/>
          <p:nvPr>
            <p:ph idx="9" type="body"/>
          </p:nvPr>
        </p:nvSpPr>
        <p:spPr>
          <a:xfrm>
            <a:off x="8031057" y="3135777"/>
            <a:ext cx="341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3" name="Google Shape;453;p63"/>
          <p:cNvSpPr txBox="1"/>
          <p:nvPr>
            <p:ph idx="13" type="body"/>
          </p:nvPr>
        </p:nvSpPr>
        <p:spPr>
          <a:xfrm>
            <a:off x="8031057" y="3500521"/>
            <a:ext cx="3413760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tems B">
  <p:cSld name="3 Items B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4"/>
          <p:cNvSpPr/>
          <p:nvPr/>
        </p:nvSpPr>
        <p:spPr>
          <a:xfrm>
            <a:off x="0" y="-609601"/>
            <a:ext cx="12192000" cy="3011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56" name="Google Shape;456;p64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ato Light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64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8" name="Google Shape;458;p64"/>
          <p:cNvSpPr/>
          <p:nvPr>
            <p:ph idx="2" type="pic"/>
          </p:nvPr>
        </p:nvSpPr>
        <p:spPr>
          <a:xfrm>
            <a:off x="1785113" y="172126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D98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64"/>
          <p:cNvSpPr txBox="1"/>
          <p:nvPr>
            <p:ph idx="3" type="body"/>
          </p:nvPr>
        </p:nvSpPr>
        <p:spPr>
          <a:xfrm>
            <a:off x="736601" y="3135777"/>
            <a:ext cx="341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0" name="Google Shape;460;p64"/>
          <p:cNvSpPr txBox="1"/>
          <p:nvPr>
            <p:ph idx="4" type="body"/>
          </p:nvPr>
        </p:nvSpPr>
        <p:spPr>
          <a:xfrm>
            <a:off x="736601" y="3500521"/>
            <a:ext cx="3413760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1" name="Google Shape;461;p64"/>
          <p:cNvSpPr/>
          <p:nvPr>
            <p:ph idx="5" type="pic"/>
          </p:nvPr>
        </p:nvSpPr>
        <p:spPr>
          <a:xfrm>
            <a:off x="5437632" y="172126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D98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64"/>
          <p:cNvSpPr txBox="1"/>
          <p:nvPr>
            <p:ph idx="6" type="body"/>
          </p:nvPr>
        </p:nvSpPr>
        <p:spPr>
          <a:xfrm>
            <a:off x="4389120" y="3135777"/>
            <a:ext cx="341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3" name="Google Shape;463;p64"/>
          <p:cNvSpPr txBox="1"/>
          <p:nvPr>
            <p:ph idx="7" type="body"/>
          </p:nvPr>
        </p:nvSpPr>
        <p:spPr>
          <a:xfrm>
            <a:off x="4389120" y="3500521"/>
            <a:ext cx="3413760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4" name="Google Shape;464;p64"/>
          <p:cNvSpPr/>
          <p:nvPr>
            <p:ph idx="8" type="pic"/>
          </p:nvPr>
        </p:nvSpPr>
        <p:spPr>
          <a:xfrm>
            <a:off x="9079569" y="172126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D98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64"/>
          <p:cNvSpPr txBox="1"/>
          <p:nvPr>
            <p:ph idx="9" type="body"/>
          </p:nvPr>
        </p:nvSpPr>
        <p:spPr>
          <a:xfrm>
            <a:off x="8031057" y="3135777"/>
            <a:ext cx="3413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6" name="Google Shape;466;p64"/>
          <p:cNvSpPr txBox="1"/>
          <p:nvPr>
            <p:ph idx="13" type="body"/>
          </p:nvPr>
        </p:nvSpPr>
        <p:spPr>
          <a:xfrm>
            <a:off x="8031057" y="3500521"/>
            <a:ext cx="3413760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tems">
  <p:cSld name="4 Items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5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65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0" name="Google Shape;470;p65"/>
          <p:cNvSpPr/>
          <p:nvPr>
            <p:ph idx="2" type="pic"/>
          </p:nvPr>
        </p:nvSpPr>
        <p:spPr>
          <a:xfrm>
            <a:off x="1363135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65"/>
          <p:cNvSpPr txBox="1"/>
          <p:nvPr>
            <p:ph idx="3" type="body"/>
          </p:nvPr>
        </p:nvSpPr>
        <p:spPr>
          <a:xfrm>
            <a:off x="736601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2" name="Google Shape;472;p65"/>
          <p:cNvSpPr txBox="1"/>
          <p:nvPr>
            <p:ph idx="4" type="body"/>
          </p:nvPr>
        </p:nvSpPr>
        <p:spPr>
          <a:xfrm>
            <a:off x="736601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3" name="Google Shape;473;p65"/>
          <p:cNvSpPr/>
          <p:nvPr>
            <p:ph idx="5" type="pic"/>
          </p:nvPr>
        </p:nvSpPr>
        <p:spPr>
          <a:xfrm>
            <a:off x="4077351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65"/>
          <p:cNvSpPr txBox="1"/>
          <p:nvPr>
            <p:ph idx="6" type="body"/>
          </p:nvPr>
        </p:nvSpPr>
        <p:spPr>
          <a:xfrm>
            <a:off x="3450817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5" name="Google Shape;475;p65"/>
          <p:cNvSpPr txBox="1"/>
          <p:nvPr>
            <p:ph idx="7" type="body"/>
          </p:nvPr>
        </p:nvSpPr>
        <p:spPr>
          <a:xfrm>
            <a:off x="3450817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marR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6" name="Google Shape;476;p65"/>
          <p:cNvSpPr/>
          <p:nvPr>
            <p:ph idx="8" type="pic"/>
          </p:nvPr>
        </p:nvSpPr>
        <p:spPr>
          <a:xfrm>
            <a:off x="6791567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65"/>
          <p:cNvSpPr txBox="1"/>
          <p:nvPr>
            <p:ph idx="9" type="body"/>
          </p:nvPr>
        </p:nvSpPr>
        <p:spPr>
          <a:xfrm>
            <a:off x="6165033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8" name="Google Shape;478;p65"/>
          <p:cNvSpPr txBox="1"/>
          <p:nvPr>
            <p:ph idx="13" type="body"/>
          </p:nvPr>
        </p:nvSpPr>
        <p:spPr>
          <a:xfrm>
            <a:off x="6165033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9" name="Google Shape;479;p65"/>
          <p:cNvSpPr/>
          <p:nvPr>
            <p:ph idx="14" type="pic"/>
          </p:nvPr>
        </p:nvSpPr>
        <p:spPr>
          <a:xfrm>
            <a:off x="9505781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65"/>
          <p:cNvSpPr txBox="1"/>
          <p:nvPr>
            <p:ph idx="15" type="body"/>
          </p:nvPr>
        </p:nvSpPr>
        <p:spPr>
          <a:xfrm>
            <a:off x="8879248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1" name="Google Shape;481;p65"/>
          <p:cNvSpPr txBox="1"/>
          <p:nvPr>
            <p:ph idx="16" type="body"/>
          </p:nvPr>
        </p:nvSpPr>
        <p:spPr>
          <a:xfrm>
            <a:off x="8879248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tems B">
  <p:cSld name="4 Items B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6"/>
          <p:cNvSpPr/>
          <p:nvPr/>
        </p:nvSpPr>
        <p:spPr>
          <a:xfrm>
            <a:off x="0" y="-701961"/>
            <a:ext cx="12192000" cy="3011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484" name="Google Shape;484;p66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ato Light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5" name="Google Shape;485;p66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6" name="Google Shape;486;p66"/>
          <p:cNvSpPr/>
          <p:nvPr>
            <p:ph idx="2" type="pic"/>
          </p:nvPr>
        </p:nvSpPr>
        <p:spPr>
          <a:xfrm>
            <a:off x="1363135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66"/>
          <p:cNvSpPr txBox="1"/>
          <p:nvPr>
            <p:ph idx="3" type="body"/>
          </p:nvPr>
        </p:nvSpPr>
        <p:spPr>
          <a:xfrm>
            <a:off x="736601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8" name="Google Shape;488;p66"/>
          <p:cNvSpPr txBox="1"/>
          <p:nvPr>
            <p:ph idx="4" type="body"/>
          </p:nvPr>
        </p:nvSpPr>
        <p:spPr>
          <a:xfrm>
            <a:off x="736601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9" name="Google Shape;489;p66"/>
          <p:cNvSpPr/>
          <p:nvPr>
            <p:ph idx="5" type="pic"/>
          </p:nvPr>
        </p:nvSpPr>
        <p:spPr>
          <a:xfrm>
            <a:off x="4077351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66"/>
          <p:cNvSpPr txBox="1"/>
          <p:nvPr>
            <p:ph idx="6" type="body"/>
          </p:nvPr>
        </p:nvSpPr>
        <p:spPr>
          <a:xfrm>
            <a:off x="3450817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1" name="Google Shape;491;p66"/>
          <p:cNvSpPr txBox="1"/>
          <p:nvPr>
            <p:ph idx="7" type="body"/>
          </p:nvPr>
        </p:nvSpPr>
        <p:spPr>
          <a:xfrm>
            <a:off x="3450817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marR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2" name="Google Shape;492;p66"/>
          <p:cNvSpPr/>
          <p:nvPr>
            <p:ph idx="8" type="pic"/>
          </p:nvPr>
        </p:nvSpPr>
        <p:spPr>
          <a:xfrm>
            <a:off x="6791567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66"/>
          <p:cNvSpPr txBox="1"/>
          <p:nvPr>
            <p:ph idx="9" type="body"/>
          </p:nvPr>
        </p:nvSpPr>
        <p:spPr>
          <a:xfrm>
            <a:off x="6165033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4" name="Google Shape;494;p66"/>
          <p:cNvSpPr txBox="1"/>
          <p:nvPr>
            <p:ph idx="13" type="body"/>
          </p:nvPr>
        </p:nvSpPr>
        <p:spPr>
          <a:xfrm>
            <a:off x="6165033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5" name="Google Shape;495;p66"/>
          <p:cNvSpPr/>
          <p:nvPr>
            <p:ph idx="14" type="pic"/>
          </p:nvPr>
        </p:nvSpPr>
        <p:spPr>
          <a:xfrm>
            <a:off x="9505781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66"/>
          <p:cNvSpPr txBox="1"/>
          <p:nvPr>
            <p:ph idx="15" type="body"/>
          </p:nvPr>
        </p:nvSpPr>
        <p:spPr>
          <a:xfrm>
            <a:off x="8879248" y="3197351"/>
            <a:ext cx="256980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267"/>
              <a:buFont typeface="Lato"/>
              <a:buNone/>
              <a:defRPr b="1" i="0" sz="22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7" name="Google Shape;497;p66"/>
          <p:cNvSpPr txBox="1"/>
          <p:nvPr>
            <p:ph idx="16" type="body"/>
          </p:nvPr>
        </p:nvSpPr>
        <p:spPr>
          <a:xfrm>
            <a:off x="8879248" y="3562095"/>
            <a:ext cx="2569803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67"/>
              <a:buFont typeface="Lato Light"/>
              <a:buNone/>
              <a:defRPr sz="18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Items">
  <p:cSld name="5 Items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7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67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1" name="Google Shape;501;p67"/>
          <p:cNvSpPr/>
          <p:nvPr>
            <p:ph idx="2" type="pic"/>
          </p:nvPr>
        </p:nvSpPr>
        <p:spPr>
          <a:xfrm>
            <a:off x="1096265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67"/>
          <p:cNvSpPr txBox="1"/>
          <p:nvPr>
            <p:ph idx="3" type="body"/>
          </p:nvPr>
        </p:nvSpPr>
        <p:spPr>
          <a:xfrm>
            <a:off x="736601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3" name="Google Shape;503;p67"/>
          <p:cNvSpPr txBox="1"/>
          <p:nvPr>
            <p:ph idx="4" type="body"/>
          </p:nvPr>
        </p:nvSpPr>
        <p:spPr>
          <a:xfrm>
            <a:off x="736601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4" name="Google Shape;504;p67"/>
          <p:cNvSpPr/>
          <p:nvPr>
            <p:ph idx="5" type="pic"/>
          </p:nvPr>
        </p:nvSpPr>
        <p:spPr>
          <a:xfrm>
            <a:off x="3264303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67"/>
          <p:cNvSpPr txBox="1"/>
          <p:nvPr>
            <p:ph idx="6" type="body"/>
          </p:nvPr>
        </p:nvSpPr>
        <p:spPr>
          <a:xfrm>
            <a:off x="2904640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6" name="Google Shape;506;p67"/>
          <p:cNvSpPr txBox="1"/>
          <p:nvPr>
            <p:ph idx="7" type="body"/>
          </p:nvPr>
        </p:nvSpPr>
        <p:spPr>
          <a:xfrm>
            <a:off x="2904640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marR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7" name="Google Shape;507;p67"/>
          <p:cNvSpPr/>
          <p:nvPr>
            <p:ph idx="8" type="pic"/>
          </p:nvPr>
        </p:nvSpPr>
        <p:spPr>
          <a:xfrm>
            <a:off x="5432340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67"/>
          <p:cNvSpPr txBox="1"/>
          <p:nvPr>
            <p:ph idx="9" type="body"/>
          </p:nvPr>
        </p:nvSpPr>
        <p:spPr>
          <a:xfrm>
            <a:off x="5072679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9" name="Google Shape;509;p67"/>
          <p:cNvSpPr txBox="1"/>
          <p:nvPr>
            <p:ph idx="13" type="body"/>
          </p:nvPr>
        </p:nvSpPr>
        <p:spPr>
          <a:xfrm>
            <a:off x="5072679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0" name="Google Shape;510;p67"/>
          <p:cNvSpPr/>
          <p:nvPr>
            <p:ph idx="14" type="pic"/>
          </p:nvPr>
        </p:nvSpPr>
        <p:spPr>
          <a:xfrm>
            <a:off x="7600377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67"/>
          <p:cNvSpPr txBox="1"/>
          <p:nvPr>
            <p:ph idx="15" type="body"/>
          </p:nvPr>
        </p:nvSpPr>
        <p:spPr>
          <a:xfrm>
            <a:off x="7240717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2" name="Google Shape;512;p67"/>
          <p:cNvSpPr txBox="1"/>
          <p:nvPr>
            <p:ph idx="16" type="body"/>
          </p:nvPr>
        </p:nvSpPr>
        <p:spPr>
          <a:xfrm>
            <a:off x="7240716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3" name="Google Shape;513;p67"/>
          <p:cNvSpPr txBox="1"/>
          <p:nvPr>
            <p:ph idx="17" type="body"/>
          </p:nvPr>
        </p:nvSpPr>
        <p:spPr>
          <a:xfrm>
            <a:off x="9408753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4" name="Google Shape;514;p67"/>
          <p:cNvSpPr txBox="1"/>
          <p:nvPr>
            <p:ph idx="18" type="body"/>
          </p:nvPr>
        </p:nvSpPr>
        <p:spPr>
          <a:xfrm>
            <a:off x="9408753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5" name="Google Shape;515;p67"/>
          <p:cNvSpPr/>
          <p:nvPr>
            <p:ph idx="19" type="pic"/>
          </p:nvPr>
        </p:nvSpPr>
        <p:spPr>
          <a:xfrm>
            <a:off x="9768417" y="1628903"/>
            <a:ext cx="1316736" cy="1316736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Items B">
  <p:cSld name="5 Items B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8"/>
          <p:cNvSpPr/>
          <p:nvPr/>
        </p:nvSpPr>
        <p:spPr>
          <a:xfrm>
            <a:off x="0" y="-609601"/>
            <a:ext cx="12192000" cy="3011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518" name="Google Shape;518;p68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ato Light"/>
              <a:buNone/>
              <a:defRPr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68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0" name="Google Shape;520;p68"/>
          <p:cNvSpPr/>
          <p:nvPr>
            <p:ph idx="2" type="pic"/>
          </p:nvPr>
        </p:nvSpPr>
        <p:spPr>
          <a:xfrm>
            <a:off x="1096265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68"/>
          <p:cNvSpPr txBox="1"/>
          <p:nvPr>
            <p:ph idx="3" type="body"/>
          </p:nvPr>
        </p:nvSpPr>
        <p:spPr>
          <a:xfrm>
            <a:off x="736601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2" name="Google Shape;522;p68"/>
          <p:cNvSpPr txBox="1"/>
          <p:nvPr>
            <p:ph idx="4" type="body"/>
          </p:nvPr>
        </p:nvSpPr>
        <p:spPr>
          <a:xfrm>
            <a:off x="736601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3" name="Google Shape;523;p68"/>
          <p:cNvSpPr/>
          <p:nvPr>
            <p:ph idx="5" type="pic"/>
          </p:nvPr>
        </p:nvSpPr>
        <p:spPr>
          <a:xfrm>
            <a:off x="3264303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68"/>
          <p:cNvSpPr txBox="1"/>
          <p:nvPr>
            <p:ph idx="6" type="body"/>
          </p:nvPr>
        </p:nvSpPr>
        <p:spPr>
          <a:xfrm>
            <a:off x="2904640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5" name="Google Shape;525;p68"/>
          <p:cNvSpPr txBox="1"/>
          <p:nvPr>
            <p:ph idx="7" type="body"/>
          </p:nvPr>
        </p:nvSpPr>
        <p:spPr>
          <a:xfrm>
            <a:off x="2904640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marR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6" name="Google Shape;526;p68"/>
          <p:cNvSpPr/>
          <p:nvPr>
            <p:ph idx="8" type="pic"/>
          </p:nvPr>
        </p:nvSpPr>
        <p:spPr>
          <a:xfrm>
            <a:off x="5432340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68"/>
          <p:cNvSpPr txBox="1"/>
          <p:nvPr>
            <p:ph idx="9" type="body"/>
          </p:nvPr>
        </p:nvSpPr>
        <p:spPr>
          <a:xfrm>
            <a:off x="5072679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8" name="Google Shape;528;p68"/>
          <p:cNvSpPr txBox="1"/>
          <p:nvPr>
            <p:ph idx="13" type="body"/>
          </p:nvPr>
        </p:nvSpPr>
        <p:spPr>
          <a:xfrm>
            <a:off x="5072679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9" name="Google Shape;529;p68"/>
          <p:cNvSpPr/>
          <p:nvPr>
            <p:ph idx="14" type="pic"/>
          </p:nvPr>
        </p:nvSpPr>
        <p:spPr>
          <a:xfrm>
            <a:off x="7600377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68"/>
          <p:cNvSpPr txBox="1"/>
          <p:nvPr>
            <p:ph idx="15" type="body"/>
          </p:nvPr>
        </p:nvSpPr>
        <p:spPr>
          <a:xfrm>
            <a:off x="7240717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1" name="Google Shape;531;p68"/>
          <p:cNvSpPr txBox="1"/>
          <p:nvPr>
            <p:ph idx="16" type="body"/>
          </p:nvPr>
        </p:nvSpPr>
        <p:spPr>
          <a:xfrm>
            <a:off x="7240716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2" name="Google Shape;532;p68"/>
          <p:cNvSpPr txBox="1"/>
          <p:nvPr>
            <p:ph idx="17" type="body"/>
          </p:nvPr>
        </p:nvSpPr>
        <p:spPr>
          <a:xfrm>
            <a:off x="9408753" y="3028024"/>
            <a:ext cx="2036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2000"/>
              <a:buFont typeface="Lato"/>
              <a:buNone/>
              <a:defRPr b="1" sz="2000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3" name="Google Shape;533;p68"/>
          <p:cNvSpPr txBox="1"/>
          <p:nvPr>
            <p:ph idx="18" type="body"/>
          </p:nvPr>
        </p:nvSpPr>
        <p:spPr>
          <a:xfrm>
            <a:off x="9408753" y="3392768"/>
            <a:ext cx="2036064" cy="2191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Lato Light"/>
              <a:buNone/>
              <a:defRPr sz="1600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4" name="Google Shape;534;p68"/>
          <p:cNvSpPr/>
          <p:nvPr>
            <p:ph idx="19" type="pic"/>
          </p:nvPr>
        </p:nvSpPr>
        <p:spPr>
          <a:xfrm>
            <a:off x="9768417" y="1628903"/>
            <a:ext cx="1316736" cy="1316736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rgbClr val="2E99C8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Items">
  <p:cSld name="6 Items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9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69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p69"/>
          <p:cNvSpPr/>
          <p:nvPr>
            <p:ph idx="2" type="pic"/>
          </p:nvPr>
        </p:nvSpPr>
        <p:spPr>
          <a:xfrm>
            <a:off x="1838963" y="1615019"/>
            <a:ext cx="1209037" cy="120903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69"/>
          <p:cNvSpPr txBox="1"/>
          <p:nvPr>
            <p:ph idx="3" type="body"/>
          </p:nvPr>
        </p:nvSpPr>
        <p:spPr>
          <a:xfrm>
            <a:off x="736601" y="2852552"/>
            <a:ext cx="3413760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0" name="Google Shape;540;p69"/>
          <p:cNvSpPr txBox="1"/>
          <p:nvPr>
            <p:ph idx="4" type="body"/>
          </p:nvPr>
        </p:nvSpPr>
        <p:spPr>
          <a:xfrm>
            <a:off x="736601" y="3128602"/>
            <a:ext cx="3413760" cy="61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1" name="Google Shape;541;p69"/>
          <p:cNvSpPr/>
          <p:nvPr>
            <p:ph idx="5" type="pic"/>
          </p:nvPr>
        </p:nvSpPr>
        <p:spPr>
          <a:xfrm>
            <a:off x="5491482" y="1615019"/>
            <a:ext cx="1209037" cy="120903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69"/>
          <p:cNvSpPr txBox="1"/>
          <p:nvPr>
            <p:ph idx="6" type="body"/>
          </p:nvPr>
        </p:nvSpPr>
        <p:spPr>
          <a:xfrm>
            <a:off x="4389120" y="2852552"/>
            <a:ext cx="3413760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3" name="Google Shape;543;p69"/>
          <p:cNvSpPr txBox="1"/>
          <p:nvPr>
            <p:ph idx="7" type="body"/>
          </p:nvPr>
        </p:nvSpPr>
        <p:spPr>
          <a:xfrm>
            <a:off x="4389120" y="3128602"/>
            <a:ext cx="3413760" cy="61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4" name="Google Shape;544;p69"/>
          <p:cNvSpPr/>
          <p:nvPr>
            <p:ph idx="8" type="pic"/>
          </p:nvPr>
        </p:nvSpPr>
        <p:spPr>
          <a:xfrm>
            <a:off x="9133419" y="1615019"/>
            <a:ext cx="1209037" cy="120903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69"/>
          <p:cNvSpPr txBox="1"/>
          <p:nvPr>
            <p:ph idx="9" type="body"/>
          </p:nvPr>
        </p:nvSpPr>
        <p:spPr>
          <a:xfrm>
            <a:off x="8031057" y="2852552"/>
            <a:ext cx="3413760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6" name="Google Shape;546;p69"/>
          <p:cNvSpPr txBox="1"/>
          <p:nvPr>
            <p:ph idx="13" type="body"/>
          </p:nvPr>
        </p:nvSpPr>
        <p:spPr>
          <a:xfrm>
            <a:off x="8031057" y="3128602"/>
            <a:ext cx="3413760" cy="61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7" name="Google Shape;547;p69"/>
          <p:cNvSpPr/>
          <p:nvPr>
            <p:ph idx="14" type="pic"/>
          </p:nvPr>
        </p:nvSpPr>
        <p:spPr>
          <a:xfrm>
            <a:off x="1838963" y="3754544"/>
            <a:ext cx="1209037" cy="120903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69"/>
          <p:cNvSpPr txBox="1"/>
          <p:nvPr>
            <p:ph idx="15" type="body"/>
          </p:nvPr>
        </p:nvSpPr>
        <p:spPr>
          <a:xfrm>
            <a:off x="736601" y="4992077"/>
            <a:ext cx="3413760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9" name="Google Shape;549;p69"/>
          <p:cNvSpPr txBox="1"/>
          <p:nvPr>
            <p:ph idx="16" type="body"/>
          </p:nvPr>
        </p:nvSpPr>
        <p:spPr>
          <a:xfrm>
            <a:off x="736601" y="5268127"/>
            <a:ext cx="3413760" cy="61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0" name="Google Shape;550;p69"/>
          <p:cNvSpPr/>
          <p:nvPr>
            <p:ph idx="17" type="pic"/>
          </p:nvPr>
        </p:nvSpPr>
        <p:spPr>
          <a:xfrm>
            <a:off x="5491482" y="3754544"/>
            <a:ext cx="1209037" cy="120903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69"/>
          <p:cNvSpPr txBox="1"/>
          <p:nvPr>
            <p:ph idx="18" type="body"/>
          </p:nvPr>
        </p:nvSpPr>
        <p:spPr>
          <a:xfrm>
            <a:off x="4389120" y="4992077"/>
            <a:ext cx="3413760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2" name="Google Shape;552;p69"/>
          <p:cNvSpPr txBox="1"/>
          <p:nvPr>
            <p:ph idx="19" type="body"/>
          </p:nvPr>
        </p:nvSpPr>
        <p:spPr>
          <a:xfrm>
            <a:off x="4389120" y="5268127"/>
            <a:ext cx="3413760" cy="61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3" name="Google Shape;553;p69"/>
          <p:cNvSpPr/>
          <p:nvPr>
            <p:ph idx="20" type="pic"/>
          </p:nvPr>
        </p:nvSpPr>
        <p:spPr>
          <a:xfrm>
            <a:off x="9133419" y="3754544"/>
            <a:ext cx="1209037" cy="120903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69"/>
          <p:cNvSpPr txBox="1"/>
          <p:nvPr>
            <p:ph idx="21" type="body"/>
          </p:nvPr>
        </p:nvSpPr>
        <p:spPr>
          <a:xfrm>
            <a:off x="8031057" y="4992077"/>
            <a:ext cx="3413760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5" name="Google Shape;555;p69"/>
          <p:cNvSpPr txBox="1"/>
          <p:nvPr>
            <p:ph idx="22" type="body"/>
          </p:nvPr>
        </p:nvSpPr>
        <p:spPr>
          <a:xfrm>
            <a:off x="8031057" y="5268127"/>
            <a:ext cx="3413760" cy="612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Items">
  <p:cSld name="8 Items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0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70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9" name="Google Shape;559;p70"/>
          <p:cNvSpPr/>
          <p:nvPr>
            <p:ph idx="2" type="pic"/>
          </p:nvPr>
        </p:nvSpPr>
        <p:spPr>
          <a:xfrm>
            <a:off x="1416052" y="1573447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70"/>
          <p:cNvSpPr txBox="1"/>
          <p:nvPr>
            <p:ph idx="3" type="body"/>
          </p:nvPr>
        </p:nvSpPr>
        <p:spPr>
          <a:xfrm>
            <a:off x="736601" y="2811913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1" name="Google Shape;561;p70"/>
          <p:cNvSpPr txBox="1"/>
          <p:nvPr>
            <p:ph idx="4" type="body"/>
          </p:nvPr>
        </p:nvSpPr>
        <p:spPr>
          <a:xfrm>
            <a:off x="736601" y="3074415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2" name="Google Shape;562;p70"/>
          <p:cNvSpPr/>
          <p:nvPr>
            <p:ph idx="5" type="pic"/>
          </p:nvPr>
        </p:nvSpPr>
        <p:spPr>
          <a:xfrm>
            <a:off x="4130268" y="1573447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70"/>
          <p:cNvSpPr txBox="1"/>
          <p:nvPr>
            <p:ph idx="6" type="body"/>
          </p:nvPr>
        </p:nvSpPr>
        <p:spPr>
          <a:xfrm>
            <a:off x="3450817" y="2811913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4" name="Google Shape;564;p70"/>
          <p:cNvSpPr txBox="1"/>
          <p:nvPr>
            <p:ph idx="7" type="body"/>
          </p:nvPr>
        </p:nvSpPr>
        <p:spPr>
          <a:xfrm>
            <a:off x="3450817" y="3074415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marR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5" name="Google Shape;565;p70"/>
          <p:cNvSpPr/>
          <p:nvPr>
            <p:ph idx="8" type="pic"/>
          </p:nvPr>
        </p:nvSpPr>
        <p:spPr>
          <a:xfrm>
            <a:off x="6844484" y="1573447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70"/>
          <p:cNvSpPr txBox="1"/>
          <p:nvPr>
            <p:ph idx="9" type="body"/>
          </p:nvPr>
        </p:nvSpPr>
        <p:spPr>
          <a:xfrm>
            <a:off x="6165033" y="2811913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7" name="Google Shape;567;p70"/>
          <p:cNvSpPr txBox="1"/>
          <p:nvPr>
            <p:ph idx="13" type="body"/>
          </p:nvPr>
        </p:nvSpPr>
        <p:spPr>
          <a:xfrm>
            <a:off x="6165033" y="3074415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8" name="Google Shape;568;p70"/>
          <p:cNvSpPr/>
          <p:nvPr>
            <p:ph idx="14" type="pic"/>
          </p:nvPr>
        </p:nvSpPr>
        <p:spPr>
          <a:xfrm>
            <a:off x="9558699" y="1573447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70"/>
          <p:cNvSpPr txBox="1"/>
          <p:nvPr>
            <p:ph idx="15" type="body"/>
          </p:nvPr>
        </p:nvSpPr>
        <p:spPr>
          <a:xfrm>
            <a:off x="8879248" y="2811913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0" name="Google Shape;570;p70"/>
          <p:cNvSpPr txBox="1"/>
          <p:nvPr>
            <p:ph idx="16" type="body"/>
          </p:nvPr>
        </p:nvSpPr>
        <p:spPr>
          <a:xfrm>
            <a:off x="8879248" y="3074415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1" name="Google Shape;571;p70"/>
          <p:cNvSpPr/>
          <p:nvPr>
            <p:ph idx="17" type="pic"/>
          </p:nvPr>
        </p:nvSpPr>
        <p:spPr>
          <a:xfrm>
            <a:off x="1416052" y="3876040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70"/>
          <p:cNvSpPr txBox="1"/>
          <p:nvPr>
            <p:ph idx="18" type="body"/>
          </p:nvPr>
        </p:nvSpPr>
        <p:spPr>
          <a:xfrm>
            <a:off x="736601" y="5114507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3" name="Google Shape;573;p70"/>
          <p:cNvSpPr txBox="1"/>
          <p:nvPr>
            <p:ph idx="19" type="body"/>
          </p:nvPr>
        </p:nvSpPr>
        <p:spPr>
          <a:xfrm>
            <a:off x="736601" y="5377009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4" name="Google Shape;574;p70"/>
          <p:cNvSpPr/>
          <p:nvPr>
            <p:ph idx="20" type="pic"/>
          </p:nvPr>
        </p:nvSpPr>
        <p:spPr>
          <a:xfrm>
            <a:off x="4130268" y="3876040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70"/>
          <p:cNvSpPr txBox="1"/>
          <p:nvPr>
            <p:ph idx="21" type="body"/>
          </p:nvPr>
        </p:nvSpPr>
        <p:spPr>
          <a:xfrm>
            <a:off x="3450817" y="5114507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6" name="Google Shape;576;p70"/>
          <p:cNvSpPr txBox="1"/>
          <p:nvPr>
            <p:ph idx="22" type="body"/>
          </p:nvPr>
        </p:nvSpPr>
        <p:spPr>
          <a:xfrm>
            <a:off x="3450817" y="5377009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marR="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7" name="Google Shape;577;p70"/>
          <p:cNvSpPr/>
          <p:nvPr>
            <p:ph idx="23" type="pic"/>
          </p:nvPr>
        </p:nvSpPr>
        <p:spPr>
          <a:xfrm>
            <a:off x="6844484" y="3876040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E2969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70"/>
          <p:cNvSpPr txBox="1"/>
          <p:nvPr>
            <p:ph idx="24" type="body"/>
          </p:nvPr>
        </p:nvSpPr>
        <p:spPr>
          <a:xfrm>
            <a:off x="6165033" y="5114507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9" name="Google Shape;579;p70"/>
          <p:cNvSpPr txBox="1"/>
          <p:nvPr>
            <p:ph idx="25" type="body"/>
          </p:nvPr>
        </p:nvSpPr>
        <p:spPr>
          <a:xfrm>
            <a:off x="6165033" y="5377009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0" name="Google Shape;580;p70"/>
          <p:cNvSpPr/>
          <p:nvPr>
            <p:ph idx="26" type="pic"/>
          </p:nvPr>
        </p:nvSpPr>
        <p:spPr>
          <a:xfrm>
            <a:off x="9558699" y="3876040"/>
            <a:ext cx="1210901" cy="121090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A5D5EA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70"/>
          <p:cNvSpPr txBox="1"/>
          <p:nvPr>
            <p:ph idx="27" type="body"/>
          </p:nvPr>
        </p:nvSpPr>
        <p:spPr>
          <a:xfrm>
            <a:off x="8879248" y="5114507"/>
            <a:ext cx="2569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2" name="Google Shape;582;p70"/>
          <p:cNvSpPr txBox="1"/>
          <p:nvPr>
            <p:ph idx="28" type="body"/>
          </p:nvPr>
        </p:nvSpPr>
        <p:spPr>
          <a:xfrm>
            <a:off x="8879248" y="5377009"/>
            <a:ext cx="2569803" cy="691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rgbClr val="80808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Items B">
  <p:cSld name="6 Items B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1"/>
          <p:cNvSpPr txBox="1"/>
          <p:nvPr>
            <p:ph type="title"/>
          </p:nvPr>
        </p:nvSpPr>
        <p:spPr>
          <a:xfrm>
            <a:off x="736601" y="48768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71"/>
          <p:cNvSpPr txBox="1"/>
          <p:nvPr>
            <p:ph idx="1" type="body"/>
          </p:nvPr>
        </p:nvSpPr>
        <p:spPr>
          <a:xfrm>
            <a:off x="736602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228600" lvl="0" marL="45720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67"/>
              <a:buNone/>
              <a:defRPr sz="1867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6" name="Google Shape;586;p71"/>
          <p:cNvSpPr/>
          <p:nvPr>
            <p:ph idx="2" type="pic"/>
          </p:nvPr>
        </p:nvSpPr>
        <p:spPr>
          <a:xfrm>
            <a:off x="736601" y="1953672"/>
            <a:ext cx="1029547" cy="102954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71"/>
          <p:cNvSpPr txBox="1"/>
          <p:nvPr>
            <p:ph idx="3" type="body"/>
          </p:nvPr>
        </p:nvSpPr>
        <p:spPr>
          <a:xfrm>
            <a:off x="1869441" y="1953672"/>
            <a:ext cx="2352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8" name="Google Shape;588;p71"/>
          <p:cNvSpPr txBox="1"/>
          <p:nvPr>
            <p:ph idx="4" type="body"/>
          </p:nvPr>
        </p:nvSpPr>
        <p:spPr>
          <a:xfrm>
            <a:off x="1869441" y="2262157"/>
            <a:ext cx="2352803" cy="114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9" name="Google Shape;589;p71"/>
          <p:cNvSpPr/>
          <p:nvPr>
            <p:ph idx="5" type="pic"/>
          </p:nvPr>
        </p:nvSpPr>
        <p:spPr>
          <a:xfrm>
            <a:off x="4368208" y="1953672"/>
            <a:ext cx="1029547" cy="102954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71"/>
          <p:cNvSpPr txBox="1"/>
          <p:nvPr>
            <p:ph idx="6" type="body"/>
          </p:nvPr>
        </p:nvSpPr>
        <p:spPr>
          <a:xfrm>
            <a:off x="5501048" y="1953672"/>
            <a:ext cx="2352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1" name="Google Shape;591;p71"/>
          <p:cNvSpPr txBox="1"/>
          <p:nvPr>
            <p:ph idx="7" type="body"/>
          </p:nvPr>
        </p:nvSpPr>
        <p:spPr>
          <a:xfrm>
            <a:off x="5501048" y="2262157"/>
            <a:ext cx="2352803" cy="114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2" name="Google Shape;592;p71"/>
          <p:cNvSpPr/>
          <p:nvPr>
            <p:ph idx="8" type="pic"/>
          </p:nvPr>
        </p:nvSpPr>
        <p:spPr>
          <a:xfrm>
            <a:off x="7999815" y="1953672"/>
            <a:ext cx="1029547" cy="102954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71"/>
          <p:cNvSpPr txBox="1"/>
          <p:nvPr>
            <p:ph idx="9" type="body"/>
          </p:nvPr>
        </p:nvSpPr>
        <p:spPr>
          <a:xfrm>
            <a:off x="9132656" y="1953672"/>
            <a:ext cx="2352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4" name="Google Shape;594;p71"/>
          <p:cNvSpPr txBox="1"/>
          <p:nvPr>
            <p:ph idx="13" type="body"/>
          </p:nvPr>
        </p:nvSpPr>
        <p:spPr>
          <a:xfrm>
            <a:off x="9132656" y="2262157"/>
            <a:ext cx="2352803" cy="114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5" name="Google Shape;595;p71"/>
          <p:cNvSpPr/>
          <p:nvPr>
            <p:ph idx="14" type="pic"/>
          </p:nvPr>
        </p:nvSpPr>
        <p:spPr>
          <a:xfrm>
            <a:off x="736601" y="3754544"/>
            <a:ext cx="1029547" cy="102954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71"/>
          <p:cNvSpPr txBox="1"/>
          <p:nvPr>
            <p:ph idx="15" type="body"/>
          </p:nvPr>
        </p:nvSpPr>
        <p:spPr>
          <a:xfrm>
            <a:off x="1869441" y="3754544"/>
            <a:ext cx="2352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7" name="Google Shape;597;p71"/>
          <p:cNvSpPr txBox="1"/>
          <p:nvPr>
            <p:ph idx="16" type="body"/>
          </p:nvPr>
        </p:nvSpPr>
        <p:spPr>
          <a:xfrm>
            <a:off x="1869441" y="4063029"/>
            <a:ext cx="2352803" cy="114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8" name="Google Shape;598;p71"/>
          <p:cNvSpPr/>
          <p:nvPr>
            <p:ph idx="17" type="pic"/>
          </p:nvPr>
        </p:nvSpPr>
        <p:spPr>
          <a:xfrm>
            <a:off x="4368208" y="3754544"/>
            <a:ext cx="1029547" cy="102954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71"/>
          <p:cNvSpPr txBox="1"/>
          <p:nvPr>
            <p:ph idx="18" type="body"/>
          </p:nvPr>
        </p:nvSpPr>
        <p:spPr>
          <a:xfrm>
            <a:off x="5501048" y="3754544"/>
            <a:ext cx="2352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0" name="Google Shape;600;p71"/>
          <p:cNvSpPr txBox="1"/>
          <p:nvPr>
            <p:ph idx="19" type="body"/>
          </p:nvPr>
        </p:nvSpPr>
        <p:spPr>
          <a:xfrm>
            <a:off x="5501048" y="4063029"/>
            <a:ext cx="2352803" cy="114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1" name="Google Shape;601;p71"/>
          <p:cNvSpPr/>
          <p:nvPr>
            <p:ph idx="20" type="pic"/>
          </p:nvPr>
        </p:nvSpPr>
        <p:spPr>
          <a:xfrm>
            <a:off x="7999815" y="3754544"/>
            <a:ext cx="1029547" cy="1029547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71"/>
          <p:cNvSpPr txBox="1"/>
          <p:nvPr>
            <p:ph idx="21" type="body"/>
          </p:nvPr>
        </p:nvSpPr>
        <p:spPr>
          <a:xfrm>
            <a:off x="9132656" y="3754544"/>
            <a:ext cx="2352803" cy="28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467"/>
              </a:spcBef>
              <a:spcAft>
                <a:spcPts val="0"/>
              </a:spcAft>
              <a:buSzPts val="1867"/>
              <a:buFont typeface="Lato"/>
              <a:buNone/>
              <a:defRPr b="1" i="0" sz="1867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3" name="Google Shape;603;p71"/>
          <p:cNvSpPr txBox="1"/>
          <p:nvPr>
            <p:ph idx="22" type="body"/>
          </p:nvPr>
        </p:nvSpPr>
        <p:spPr>
          <a:xfrm>
            <a:off x="9132656" y="4063029"/>
            <a:ext cx="2352803" cy="1140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67"/>
              <a:buFont typeface="Lato Light"/>
              <a:buNone/>
              <a:defRPr sz="1467" cap="non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tally Blank" type="blank">
  <p:cSld name="BLANK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 Art + Text">
  <p:cSld name="Smart Art + Text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3"/>
          <p:cNvSpPr/>
          <p:nvPr>
            <p:ph idx="2" type="dgm"/>
          </p:nvPr>
        </p:nvSpPr>
        <p:spPr>
          <a:xfrm>
            <a:off x="619760" y="482600"/>
            <a:ext cx="572008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lvl="0" marR="0" rtl="0" algn="ctr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lvl="2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lvl="3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lvl="4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lvl="5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lvl="6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lvl="7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lvl="8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607" name="Google Shape;607;p73"/>
          <p:cNvSpPr txBox="1"/>
          <p:nvPr>
            <p:ph idx="1" type="body"/>
          </p:nvPr>
        </p:nvSpPr>
        <p:spPr>
          <a:xfrm>
            <a:off x="6836834" y="482600"/>
            <a:ext cx="49487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5700">
            <a:normAutofit/>
          </a:bodyPr>
          <a:lstStyle>
            <a:lvl1pPr indent="-2286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4267"/>
              <a:buFont typeface="Lato"/>
              <a:buNone/>
              <a:defRPr b="1" sz="4267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2400"/>
              <a:buFont typeface="Lato Light"/>
              <a:buNone/>
              <a:defRPr>
                <a:latin typeface="Lato Light"/>
                <a:ea typeface="Lato Light"/>
                <a:cs typeface="Lato Light"/>
                <a:sym typeface="Lato Light"/>
              </a:defRPr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4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74"/>
          <p:cNvSpPr txBox="1"/>
          <p:nvPr>
            <p:ph idx="1" type="body"/>
          </p:nvPr>
        </p:nvSpPr>
        <p:spPr>
          <a:xfrm>
            <a:off x="741892" y="1178081"/>
            <a:ext cx="10708216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42900" lvl="0" marL="4572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5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49.xml"/><Relationship Id="rId41" Type="http://schemas.openxmlformats.org/officeDocument/2006/relationships/slideLayout" Target="../slideLayouts/slideLayout48.xml"/><Relationship Id="rId44" Type="http://schemas.openxmlformats.org/officeDocument/2006/relationships/slideLayout" Target="../slideLayouts/slideLayout51.xml"/><Relationship Id="rId43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2.xml"/><Relationship Id="rId1" Type="http://schemas.openxmlformats.org/officeDocument/2006/relationships/hyperlink" Target="https://www.facebook.com/" TargetMode="External"/><Relationship Id="rId2" Type="http://schemas.openxmlformats.org/officeDocument/2006/relationships/hyperlink" Target="https://www.linkedin.com/" TargetMode="External"/><Relationship Id="rId3" Type="http://schemas.openxmlformats.org/officeDocument/2006/relationships/hyperlink" Target="https://twitter.com/" TargetMode="External"/><Relationship Id="rId4" Type="http://schemas.openxmlformats.org/officeDocument/2006/relationships/hyperlink" Target="https://plus.google.com/" TargetMode="External"/><Relationship Id="rId9" Type="http://schemas.openxmlformats.org/officeDocument/2006/relationships/slideLayout" Target="../slideLayouts/slideLayout16.xml"/><Relationship Id="rId48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54.xml"/><Relationship Id="rId49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31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0.xml"/><Relationship Id="rId32" Type="http://schemas.openxmlformats.org/officeDocument/2006/relationships/slideLayout" Target="../slideLayouts/slideLayout39.xml"/><Relationship Id="rId35" Type="http://schemas.openxmlformats.org/officeDocument/2006/relationships/slideLayout" Target="../slideLayouts/slideLayout42.xml"/><Relationship Id="rId34" Type="http://schemas.openxmlformats.org/officeDocument/2006/relationships/slideLayout" Target="../slideLayouts/slideLayout41.xml"/><Relationship Id="rId37" Type="http://schemas.openxmlformats.org/officeDocument/2006/relationships/slideLayout" Target="../slideLayouts/slideLayout44.xml"/><Relationship Id="rId36" Type="http://schemas.openxmlformats.org/officeDocument/2006/relationships/slideLayout" Target="../slideLayouts/slideLayout43.xml"/><Relationship Id="rId39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36.xml"/><Relationship Id="rId51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57.xml"/><Relationship Id="rId53" Type="http://schemas.openxmlformats.org/officeDocument/2006/relationships/slideLayout" Target="../slideLayouts/slideLayout60.xml"/><Relationship Id="rId52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18.xml"/><Relationship Id="rId5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17.xml"/><Relationship Id="rId54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20.xml"/><Relationship Id="rId5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19.xml"/><Relationship Id="rId56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22.xml"/><Relationship Id="rId59" Type="http://schemas.openxmlformats.org/officeDocument/2006/relationships/theme" Target="../theme/theme3.xml"/><Relationship Id="rId14" Type="http://schemas.openxmlformats.org/officeDocument/2006/relationships/slideLayout" Target="../slideLayouts/slideLayout21.xml"/><Relationship Id="rId58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rgbClr val="A6A6A6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2" name="Google Shape;82;p11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  <a:defRPr b="0" i="0" sz="40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741892" y="1178081"/>
            <a:ext cx="10708216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>
            <a:lvl1pPr indent="-381000" lvl="0" marL="457200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81000" lvl="1" marL="914400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364046" lvl="2" marL="1371600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347155" lvl="3" marL="1828800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347155" lvl="4" marL="2286000" marR="0" rtl="0" algn="l">
              <a:lnSpc>
                <a:spcPct val="89000"/>
              </a:lnSpc>
              <a:spcBef>
                <a:spcPts val="1467"/>
              </a:spcBef>
              <a:spcAft>
                <a:spcPts val="0"/>
              </a:spcAft>
              <a:buClr>
                <a:schemeClr val="accent1"/>
              </a:buClr>
              <a:buSzPts val="1867"/>
              <a:buFont typeface="Arial"/>
              <a:buChar char="»"/>
              <a:defRPr b="0" i="0" sz="1867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397955" lvl="5" marL="27432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397955" lvl="6" marL="32004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397954" lvl="7" marL="36576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397954" lvl="8" marL="4114800" marR="0" rtl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84" name="Google Shape;84;p11"/>
          <p:cNvSpPr/>
          <p:nvPr/>
        </p:nvSpPr>
        <p:spPr>
          <a:xfrm>
            <a:off x="1394986" y="6431280"/>
            <a:ext cx="6237111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b="0" i="0" lang="en-MY" sz="1333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rPr>
              <a:t>Presentation to Joe Smith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 txBox="1"/>
          <p:nvPr/>
        </p:nvSpPr>
        <p:spPr>
          <a:xfrm>
            <a:off x="736601" y="6431280"/>
            <a:ext cx="487680" cy="426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fld id="{00000000-1234-1234-1234-123412341234}" type="slidenum">
              <a:rPr b="0" i="0" lang="en-MY" sz="1333" u="none" cap="none" strike="noStrike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333" u="none" cap="none" strike="noStrike">
              <a:solidFill>
                <a:srgbClr val="FFFFFF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11313947" y="6561338"/>
            <a:ext cx="242515" cy="215689"/>
          </a:xfrm>
          <a:custGeom>
            <a:rect b="b" l="l" r="r" t="t"/>
            <a:pathLst>
              <a:path extrusionOk="0" h="1313" w="1484">
                <a:moveTo>
                  <a:pt x="1232" y="252"/>
                </a:moveTo>
                <a:lnTo>
                  <a:pt x="1232" y="252"/>
                </a:lnTo>
                <a:lnTo>
                  <a:pt x="1232" y="0"/>
                </a:lnTo>
                <a:lnTo>
                  <a:pt x="1158" y="0"/>
                </a:lnTo>
                <a:lnTo>
                  <a:pt x="1158" y="252"/>
                </a:lnTo>
                <a:lnTo>
                  <a:pt x="905" y="252"/>
                </a:lnTo>
                <a:lnTo>
                  <a:pt x="905" y="330"/>
                </a:lnTo>
                <a:lnTo>
                  <a:pt x="1158" y="330"/>
                </a:lnTo>
                <a:lnTo>
                  <a:pt x="1158" y="578"/>
                </a:lnTo>
                <a:lnTo>
                  <a:pt x="1232" y="578"/>
                </a:lnTo>
                <a:lnTo>
                  <a:pt x="1232" y="330"/>
                </a:lnTo>
                <a:lnTo>
                  <a:pt x="1484" y="330"/>
                </a:lnTo>
                <a:lnTo>
                  <a:pt x="1484" y="252"/>
                </a:lnTo>
                <a:lnTo>
                  <a:pt x="1232" y="252"/>
                </a:lnTo>
                <a:close/>
                <a:moveTo>
                  <a:pt x="467" y="520"/>
                </a:moveTo>
                <a:lnTo>
                  <a:pt x="467" y="520"/>
                </a:lnTo>
                <a:cubicBezTo>
                  <a:pt x="381" y="541"/>
                  <a:pt x="279" y="461"/>
                  <a:pt x="247" y="337"/>
                </a:cubicBezTo>
                <a:cubicBezTo>
                  <a:pt x="210" y="214"/>
                  <a:pt x="258" y="91"/>
                  <a:pt x="344" y="69"/>
                </a:cubicBezTo>
                <a:cubicBezTo>
                  <a:pt x="435" y="43"/>
                  <a:pt x="537" y="123"/>
                  <a:pt x="569" y="246"/>
                </a:cubicBezTo>
                <a:cubicBezTo>
                  <a:pt x="601" y="375"/>
                  <a:pt x="558" y="493"/>
                  <a:pt x="467" y="520"/>
                </a:cubicBezTo>
                <a:close/>
                <a:moveTo>
                  <a:pt x="687" y="986"/>
                </a:moveTo>
                <a:lnTo>
                  <a:pt x="687" y="986"/>
                </a:lnTo>
                <a:cubicBezTo>
                  <a:pt x="698" y="1098"/>
                  <a:pt x="580" y="1195"/>
                  <a:pt x="430" y="1206"/>
                </a:cubicBezTo>
                <a:cubicBezTo>
                  <a:pt x="279" y="1216"/>
                  <a:pt x="156" y="1136"/>
                  <a:pt x="145" y="1023"/>
                </a:cubicBezTo>
                <a:cubicBezTo>
                  <a:pt x="140" y="916"/>
                  <a:pt x="253" y="820"/>
                  <a:pt x="403" y="809"/>
                </a:cubicBezTo>
                <a:cubicBezTo>
                  <a:pt x="553" y="798"/>
                  <a:pt x="682" y="879"/>
                  <a:pt x="687" y="986"/>
                </a:cubicBezTo>
                <a:close/>
                <a:moveTo>
                  <a:pt x="805" y="0"/>
                </a:moveTo>
                <a:lnTo>
                  <a:pt x="805" y="0"/>
                </a:lnTo>
                <a:lnTo>
                  <a:pt x="440" y="0"/>
                </a:lnTo>
                <a:cubicBezTo>
                  <a:pt x="440" y="0"/>
                  <a:pt x="75" y="11"/>
                  <a:pt x="75" y="316"/>
                </a:cubicBezTo>
                <a:cubicBezTo>
                  <a:pt x="75" y="627"/>
                  <a:pt x="397" y="595"/>
                  <a:pt x="397" y="595"/>
                </a:cubicBezTo>
                <a:lnTo>
                  <a:pt x="397" y="670"/>
                </a:lnTo>
                <a:cubicBezTo>
                  <a:pt x="397" y="702"/>
                  <a:pt x="440" y="691"/>
                  <a:pt x="446" y="755"/>
                </a:cubicBezTo>
                <a:cubicBezTo>
                  <a:pt x="424" y="755"/>
                  <a:pt x="0" y="745"/>
                  <a:pt x="0" y="1029"/>
                </a:cubicBezTo>
                <a:cubicBezTo>
                  <a:pt x="0" y="1307"/>
                  <a:pt x="371" y="1291"/>
                  <a:pt x="371" y="1291"/>
                </a:cubicBezTo>
                <a:cubicBezTo>
                  <a:pt x="371" y="1291"/>
                  <a:pt x="805" y="1313"/>
                  <a:pt x="805" y="964"/>
                </a:cubicBezTo>
                <a:cubicBezTo>
                  <a:pt x="805" y="755"/>
                  <a:pt x="558" y="686"/>
                  <a:pt x="558" y="605"/>
                </a:cubicBezTo>
                <a:cubicBezTo>
                  <a:pt x="558" y="520"/>
                  <a:pt x="746" y="493"/>
                  <a:pt x="746" y="295"/>
                </a:cubicBezTo>
                <a:cubicBezTo>
                  <a:pt x="746" y="177"/>
                  <a:pt x="736" y="107"/>
                  <a:pt x="639" y="64"/>
                </a:cubicBezTo>
                <a:cubicBezTo>
                  <a:pt x="639" y="37"/>
                  <a:pt x="805" y="53"/>
                  <a:pt x="805" y="0"/>
                </a:cubicBezTo>
                <a:close/>
              </a:path>
            </a:pathLst>
          </a:custGeom>
          <a:solidFill>
            <a:srgbClr val="000000">
              <a:alpha val="54901"/>
            </a:srgbClr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10129998" y="6530371"/>
            <a:ext cx="115047" cy="247196"/>
          </a:xfrm>
          <a:custGeom>
            <a:rect b="b" l="l" r="r" t="t"/>
            <a:pathLst>
              <a:path extrusionOk="0" h="1506" w="704">
                <a:moveTo>
                  <a:pt x="573" y="255"/>
                </a:moveTo>
                <a:lnTo>
                  <a:pt x="573" y="255"/>
                </a:lnTo>
                <a:lnTo>
                  <a:pt x="704" y="255"/>
                </a:lnTo>
                <a:lnTo>
                  <a:pt x="704" y="0"/>
                </a:lnTo>
                <a:lnTo>
                  <a:pt x="492" y="0"/>
                </a:lnTo>
                <a:cubicBezTo>
                  <a:pt x="243" y="0"/>
                  <a:pt x="155" y="124"/>
                  <a:pt x="155" y="336"/>
                </a:cubicBezTo>
                <a:lnTo>
                  <a:pt x="155" y="493"/>
                </a:lnTo>
                <a:lnTo>
                  <a:pt x="0" y="493"/>
                </a:lnTo>
                <a:lnTo>
                  <a:pt x="0" y="749"/>
                </a:lnTo>
                <a:lnTo>
                  <a:pt x="155" y="749"/>
                </a:lnTo>
                <a:lnTo>
                  <a:pt x="155" y="1506"/>
                </a:lnTo>
                <a:lnTo>
                  <a:pt x="467" y="1506"/>
                </a:lnTo>
                <a:lnTo>
                  <a:pt x="467" y="749"/>
                </a:lnTo>
                <a:lnTo>
                  <a:pt x="679" y="749"/>
                </a:lnTo>
                <a:lnTo>
                  <a:pt x="704" y="493"/>
                </a:lnTo>
                <a:lnTo>
                  <a:pt x="467" y="493"/>
                </a:lnTo>
                <a:lnTo>
                  <a:pt x="467" y="362"/>
                </a:lnTo>
                <a:cubicBezTo>
                  <a:pt x="467" y="293"/>
                  <a:pt x="473" y="255"/>
                  <a:pt x="573" y="255"/>
                </a:cubicBezTo>
                <a:close/>
              </a:path>
            </a:pathLst>
          </a:custGeom>
          <a:solidFill>
            <a:srgbClr val="000000">
              <a:alpha val="54901"/>
            </a:srgbClr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10452991" y="6532711"/>
            <a:ext cx="255117" cy="244856"/>
          </a:xfrm>
          <a:custGeom>
            <a:rect b="b" l="l" r="r" t="t"/>
            <a:pathLst>
              <a:path extrusionOk="0" h="1491" w="1562">
                <a:moveTo>
                  <a:pt x="1176" y="466"/>
                </a:moveTo>
                <a:lnTo>
                  <a:pt x="1176" y="466"/>
                </a:lnTo>
                <a:cubicBezTo>
                  <a:pt x="990" y="466"/>
                  <a:pt x="916" y="562"/>
                  <a:pt x="871" y="636"/>
                </a:cubicBezTo>
                <a:lnTo>
                  <a:pt x="871" y="488"/>
                </a:lnTo>
                <a:lnTo>
                  <a:pt x="538" y="488"/>
                </a:lnTo>
                <a:cubicBezTo>
                  <a:pt x="545" y="584"/>
                  <a:pt x="538" y="1491"/>
                  <a:pt x="538" y="1491"/>
                </a:cubicBezTo>
                <a:lnTo>
                  <a:pt x="871" y="1491"/>
                </a:lnTo>
                <a:lnTo>
                  <a:pt x="871" y="931"/>
                </a:lnTo>
                <a:cubicBezTo>
                  <a:pt x="871" y="901"/>
                  <a:pt x="871" y="872"/>
                  <a:pt x="886" y="850"/>
                </a:cubicBezTo>
                <a:cubicBezTo>
                  <a:pt x="909" y="791"/>
                  <a:pt x="961" y="724"/>
                  <a:pt x="1057" y="724"/>
                </a:cubicBezTo>
                <a:cubicBezTo>
                  <a:pt x="1176" y="724"/>
                  <a:pt x="1228" y="820"/>
                  <a:pt x="1228" y="953"/>
                </a:cubicBezTo>
                <a:lnTo>
                  <a:pt x="1228" y="1491"/>
                </a:lnTo>
                <a:lnTo>
                  <a:pt x="1562" y="1491"/>
                </a:lnTo>
                <a:lnTo>
                  <a:pt x="1562" y="916"/>
                </a:lnTo>
                <a:cubicBezTo>
                  <a:pt x="1562" y="606"/>
                  <a:pt x="1398" y="466"/>
                  <a:pt x="1176" y="466"/>
                </a:cubicBezTo>
                <a:close/>
                <a:moveTo>
                  <a:pt x="22" y="1491"/>
                </a:moveTo>
                <a:lnTo>
                  <a:pt x="22" y="1491"/>
                </a:lnTo>
                <a:lnTo>
                  <a:pt x="357" y="1491"/>
                </a:lnTo>
                <a:lnTo>
                  <a:pt x="357" y="487"/>
                </a:lnTo>
                <a:lnTo>
                  <a:pt x="22" y="487"/>
                </a:lnTo>
                <a:lnTo>
                  <a:pt x="22" y="1491"/>
                </a:lnTo>
                <a:close/>
                <a:moveTo>
                  <a:pt x="193" y="0"/>
                </a:moveTo>
                <a:lnTo>
                  <a:pt x="193" y="0"/>
                </a:lnTo>
                <a:cubicBezTo>
                  <a:pt x="74" y="0"/>
                  <a:pt x="0" y="82"/>
                  <a:pt x="0" y="178"/>
                </a:cubicBezTo>
                <a:cubicBezTo>
                  <a:pt x="0" y="273"/>
                  <a:pt x="74" y="347"/>
                  <a:pt x="186" y="347"/>
                </a:cubicBezTo>
                <a:cubicBezTo>
                  <a:pt x="305" y="347"/>
                  <a:pt x="379" y="273"/>
                  <a:pt x="379" y="178"/>
                </a:cubicBezTo>
                <a:cubicBezTo>
                  <a:pt x="379" y="82"/>
                  <a:pt x="305" y="0"/>
                  <a:pt x="193" y="0"/>
                </a:cubicBezTo>
                <a:close/>
              </a:path>
            </a:pathLst>
          </a:custGeom>
          <a:solidFill>
            <a:srgbClr val="000000">
              <a:alpha val="54901"/>
            </a:srgbClr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10885270" y="6551797"/>
            <a:ext cx="276183" cy="225591"/>
          </a:xfrm>
          <a:custGeom>
            <a:rect b="b" l="l" r="r" t="t"/>
            <a:pathLst>
              <a:path extrusionOk="0" h="1374" w="1690">
                <a:moveTo>
                  <a:pt x="1491" y="223"/>
                </a:moveTo>
                <a:lnTo>
                  <a:pt x="1491" y="223"/>
                </a:lnTo>
                <a:cubicBezTo>
                  <a:pt x="1569" y="175"/>
                  <a:pt x="1617" y="108"/>
                  <a:pt x="1647" y="30"/>
                </a:cubicBezTo>
                <a:cubicBezTo>
                  <a:pt x="1581" y="66"/>
                  <a:pt x="1509" y="96"/>
                  <a:pt x="1424" y="108"/>
                </a:cubicBezTo>
                <a:cubicBezTo>
                  <a:pt x="1358" y="42"/>
                  <a:pt x="1273" y="0"/>
                  <a:pt x="1171" y="0"/>
                </a:cubicBezTo>
                <a:cubicBezTo>
                  <a:pt x="977" y="0"/>
                  <a:pt x="821" y="157"/>
                  <a:pt x="821" y="356"/>
                </a:cubicBezTo>
                <a:cubicBezTo>
                  <a:pt x="821" y="374"/>
                  <a:pt x="827" y="404"/>
                  <a:pt x="827" y="428"/>
                </a:cubicBezTo>
                <a:cubicBezTo>
                  <a:pt x="543" y="410"/>
                  <a:pt x="283" y="277"/>
                  <a:pt x="114" y="66"/>
                </a:cubicBezTo>
                <a:cubicBezTo>
                  <a:pt x="84" y="120"/>
                  <a:pt x="72" y="175"/>
                  <a:pt x="72" y="241"/>
                </a:cubicBezTo>
                <a:cubicBezTo>
                  <a:pt x="72" y="362"/>
                  <a:pt x="132" y="470"/>
                  <a:pt x="223" y="530"/>
                </a:cubicBezTo>
                <a:cubicBezTo>
                  <a:pt x="169" y="530"/>
                  <a:pt x="114" y="512"/>
                  <a:pt x="66" y="488"/>
                </a:cubicBezTo>
                <a:lnTo>
                  <a:pt x="66" y="494"/>
                </a:lnTo>
                <a:cubicBezTo>
                  <a:pt x="66" y="663"/>
                  <a:pt x="187" y="802"/>
                  <a:pt x="344" y="832"/>
                </a:cubicBezTo>
                <a:cubicBezTo>
                  <a:pt x="313" y="838"/>
                  <a:pt x="283" y="844"/>
                  <a:pt x="253" y="844"/>
                </a:cubicBezTo>
                <a:cubicBezTo>
                  <a:pt x="235" y="844"/>
                  <a:pt x="211" y="838"/>
                  <a:pt x="187" y="838"/>
                </a:cubicBezTo>
                <a:cubicBezTo>
                  <a:pt x="235" y="977"/>
                  <a:pt x="356" y="1073"/>
                  <a:pt x="513" y="1079"/>
                </a:cubicBezTo>
                <a:cubicBezTo>
                  <a:pt x="392" y="1170"/>
                  <a:pt x="241" y="1230"/>
                  <a:pt x="78" y="1230"/>
                </a:cubicBezTo>
                <a:cubicBezTo>
                  <a:pt x="54" y="1230"/>
                  <a:pt x="24" y="1230"/>
                  <a:pt x="0" y="1224"/>
                </a:cubicBezTo>
                <a:cubicBezTo>
                  <a:pt x="151" y="1326"/>
                  <a:pt x="338" y="1374"/>
                  <a:pt x="525" y="1374"/>
                </a:cubicBezTo>
                <a:cubicBezTo>
                  <a:pt x="1171" y="1374"/>
                  <a:pt x="1521" y="844"/>
                  <a:pt x="1521" y="392"/>
                </a:cubicBezTo>
                <a:lnTo>
                  <a:pt x="1521" y="344"/>
                </a:lnTo>
                <a:cubicBezTo>
                  <a:pt x="1587" y="295"/>
                  <a:pt x="1647" y="235"/>
                  <a:pt x="1690" y="163"/>
                </a:cubicBezTo>
                <a:cubicBezTo>
                  <a:pt x="1635" y="193"/>
                  <a:pt x="1569" y="211"/>
                  <a:pt x="1491" y="223"/>
                </a:cubicBezTo>
                <a:close/>
              </a:path>
            </a:pathLst>
          </a:custGeom>
          <a:solidFill>
            <a:srgbClr val="000000">
              <a:alpha val="54901"/>
            </a:srgbClr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0" name="Google Shape;90;p11">
            <a:hlinkClick r:id="rId1"/>
          </p:cNvPr>
          <p:cNvSpPr/>
          <p:nvPr/>
        </p:nvSpPr>
        <p:spPr>
          <a:xfrm>
            <a:off x="9994899" y="6431280"/>
            <a:ext cx="353060" cy="452120"/>
          </a:xfrm>
          <a:prstGeom prst="rect">
            <a:avLst/>
          </a:prstGeom>
          <a:solidFill>
            <a:srgbClr val="36B8F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1" name="Google Shape;91;p11">
            <a:hlinkClick r:id="rId2"/>
          </p:cNvPr>
          <p:cNvSpPr/>
          <p:nvPr/>
        </p:nvSpPr>
        <p:spPr>
          <a:xfrm>
            <a:off x="10397067" y="6431280"/>
            <a:ext cx="353060" cy="452120"/>
          </a:xfrm>
          <a:prstGeom prst="rect">
            <a:avLst/>
          </a:prstGeom>
          <a:solidFill>
            <a:srgbClr val="36B8F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2" name="Google Shape;92;p11">
            <a:hlinkClick r:id="rId3"/>
          </p:cNvPr>
          <p:cNvSpPr/>
          <p:nvPr/>
        </p:nvSpPr>
        <p:spPr>
          <a:xfrm>
            <a:off x="10820401" y="6431280"/>
            <a:ext cx="410633" cy="452120"/>
          </a:xfrm>
          <a:prstGeom prst="rect">
            <a:avLst/>
          </a:prstGeom>
          <a:solidFill>
            <a:srgbClr val="36B8F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3" name="Google Shape;93;p11">
            <a:hlinkClick r:id="rId4"/>
          </p:cNvPr>
          <p:cNvSpPr/>
          <p:nvPr/>
        </p:nvSpPr>
        <p:spPr>
          <a:xfrm>
            <a:off x="11247967" y="6431280"/>
            <a:ext cx="353060" cy="452120"/>
          </a:xfrm>
          <a:prstGeom prst="rect">
            <a:avLst/>
          </a:prstGeom>
          <a:solidFill>
            <a:srgbClr val="36B8F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0" r:id="rId34"/>
    <p:sldLayoutId id="2147483691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698" r:id="rId42"/>
    <p:sldLayoutId id="2147483699" r:id="rId43"/>
    <p:sldLayoutId id="2147483700" r:id="rId44"/>
    <p:sldLayoutId id="2147483701" r:id="rId45"/>
    <p:sldLayoutId id="2147483702" r:id="rId46"/>
    <p:sldLayoutId id="2147483703" r:id="rId47"/>
    <p:sldLayoutId id="2147483704" r:id="rId48"/>
    <p:sldLayoutId id="2147483705" r:id="rId49"/>
    <p:sldLayoutId id="2147483706" r:id="rId50"/>
    <p:sldLayoutId id="2147483707" r:id="rId51"/>
    <p:sldLayoutId id="2147483708" r:id="rId52"/>
    <p:sldLayoutId id="2147483709" r:id="rId53"/>
    <p:sldLayoutId id="2147483710" r:id="rId54"/>
    <p:sldLayoutId id="2147483711" r:id="rId55"/>
    <p:sldLayoutId id="2147483712" r:id="rId56"/>
    <p:sldLayoutId id="2147483713" r:id="rId57"/>
    <p:sldLayoutId id="2147483714" r:id="rId5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MY" sz="4200">
                <a:latin typeface="Lato"/>
                <a:ea typeface="Lato"/>
                <a:cs typeface="Lato"/>
                <a:sym typeface="Lato"/>
              </a:rPr>
              <a:t>Web-Based Exercise Form Analysis System Using Computer Vision Techniques</a:t>
            </a:r>
            <a:endParaRPr sz="4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" name="Google Shape;618;p1"/>
          <p:cNvSpPr txBox="1"/>
          <p:nvPr>
            <p:ph idx="1" type="subTitle"/>
          </p:nvPr>
        </p:nvSpPr>
        <p:spPr>
          <a:xfrm>
            <a:off x="1524000" y="38495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MY"/>
              <a:t>	Amir Zakuan Bin A Jalil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0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3" name="Google Shape;623;p2"/>
          <p:cNvGraphicFramePr/>
          <p:nvPr/>
        </p:nvGraphicFramePr>
        <p:xfrm>
          <a:off x="218280" y="102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{7C66D938-565D-42B1-8FE3-65CAB3F18364}</a:tableStyleId>
              </a:tblPr>
              <a:tblGrid>
                <a:gridCol w="1867725"/>
                <a:gridCol w="1524000"/>
                <a:gridCol w="2072650"/>
                <a:gridCol w="1877575"/>
                <a:gridCol w="1438650"/>
                <a:gridCol w="1219200"/>
                <a:gridCol w="1219200"/>
              </a:tblGrid>
              <a:tr h="53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MY" sz="2000" u="none" cap="none" strike="noStrike">
                          <a:solidFill>
                            <a:schemeClr val="dk2"/>
                          </a:solidFill>
                        </a:rPr>
                        <a:t>SITUATION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MY" sz="1800" u="none" cap="none" strike="noStrike">
                          <a:solidFill>
                            <a:schemeClr val="dk2"/>
                          </a:solidFill>
                        </a:rPr>
                        <a:t>COMPLICATION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MY" sz="2000" u="none" cap="none" strike="noStrike">
                          <a:solidFill>
                            <a:schemeClr val="dk2"/>
                          </a:solidFill>
                        </a:rPr>
                        <a:t>IMPLICATION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MY" sz="2000" u="none" cap="none" strike="noStrike">
                          <a:solidFill>
                            <a:schemeClr val="dk2"/>
                          </a:solidFill>
                        </a:rPr>
                        <a:t>POSITION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MY" sz="2000" u="none" cap="none" strike="noStrike">
                          <a:solidFill>
                            <a:schemeClr val="dk2"/>
                          </a:solidFill>
                        </a:rPr>
                        <a:t>ACTION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MY" sz="2000" u="none" cap="none" strike="noStrike">
                          <a:solidFill>
                            <a:schemeClr val="dk2"/>
                          </a:solidFill>
                        </a:rPr>
                        <a:t>BENEFIT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51515"/>
                    </a:solidFill>
                  </a:tcPr>
                </a:tc>
              </a:tr>
              <a:tr h="79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MY" sz="1200" u="none" cap="none" strike="noStrike">
                          <a:solidFill>
                            <a:srgbClr val="363636"/>
                          </a:solidFill>
                        </a:rPr>
                        <a:t>What is the current situation in the area? Any problems with the current solution.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2400"/>
                        <a:buFont typeface="Lato Light"/>
                        <a:buNone/>
                      </a:pPr>
                      <a:r>
                        <a:rPr lang="en-MY" sz="2400" u="none" cap="none" strike="noStrike">
                          <a:solidFill>
                            <a:srgbClr val="151515"/>
                          </a:solidFill>
                        </a:rPr>
                        <a:t>✔</a:t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96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63636"/>
                        </a:buClr>
                        <a:buSzPts val="1200"/>
                        <a:buFont typeface="Lato Light"/>
                        <a:buNone/>
                      </a:pPr>
                      <a:r>
                        <a:rPr lang="en-MY" sz="1200" u="none" cap="none" strike="noStrike">
                          <a:solidFill>
                            <a:srgbClr val="363636"/>
                          </a:solidFill>
                        </a:rPr>
                        <a:t>Identify is the complication of the current situation – consequences from situation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2400"/>
                        <a:buFont typeface="Lato Light"/>
                        <a:buNone/>
                      </a:pPr>
                      <a:r>
                        <a:rPr lang="en-MY" sz="2400" u="none" cap="none" strike="noStrike">
                          <a:solidFill>
                            <a:srgbClr val="151515"/>
                          </a:solidFill>
                        </a:rPr>
                        <a:t>✔</a:t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114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63636"/>
                        </a:buClr>
                        <a:buSzPts val="1200"/>
                        <a:buFont typeface="Lato Light"/>
                        <a:buNone/>
                      </a:pPr>
                      <a:r>
                        <a:rPr lang="en-MY" sz="1200" u="none" cap="none" strike="noStrike">
                          <a:solidFill>
                            <a:srgbClr val="363636"/>
                          </a:solidFill>
                        </a:rPr>
                        <a:t>Measurable impact –must in number -  The Implication provides a logical transition and adds urgency to your recommendations.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ato Light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2400"/>
                        <a:buFont typeface="Lato Light"/>
                        <a:buNone/>
                      </a:pPr>
                      <a:r>
                        <a:rPr lang="en-MY" sz="2400" u="none" cap="none" strike="noStrike">
                          <a:solidFill>
                            <a:srgbClr val="151515"/>
                          </a:solidFill>
                        </a:rPr>
                        <a:t>✔</a:t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4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MY" sz="1200" u="none" cap="none" strike="noStrike">
                          <a:solidFill>
                            <a:srgbClr val="363636"/>
                          </a:solidFill>
                        </a:rPr>
                        <a:t>The feasibility of your team’s idea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MY" sz="2400" u="none" cap="none" strike="noStrike">
                          <a:solidFill>
                            <a:srgbClr val="151515"/>
                          </a:solidFill>
                        </a:rPr>
                        <a:t>✔</a:t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4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MY" sz="1200" u="none" cap="none" strike="noStrike">
                          <a:solidFill>
                            <a:srgbClr val="363636"/>
                          </a:solidFill>
                        </a:rPr>
                        <a:t>How innovative is the team solution?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2400"/>
                        <a:buFont typeface="Lato Light"/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151515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✔</a:t>
                      </a:r>
                      <a:endParaRPr b="0" i="0" sz="2400" u="none" cap="none" strike="noStrike">
                        <a:solidFill>
                          <a:srgbClr val="151515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Lato Light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44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MY" sz="1200" u="none" cap="none" strike="noStrike">
                          <a:solidFill>
                            <a:srgbClr val="363636"/>
                          </a:solidFill>
                        </a:rPr>
                        <a:t>Is that possible technically?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2400"/>
                        <a:buFont typeface="Lato Light"/>
                        <a:buNone/>
                      </a:pPr>
                      <a:r>
                        <a:rPr b="0" i="0" lang="en-MY" sz="2400" u="none" cap="none" strike="noStrike">
                          <a:solidFill>
                            <a:srgbClr val="151515"/>
                          </a:solidFill>
                          <a:latin typeface="Lato Light"/>
                          <a:ea typeface="Lato Light"/>
                          <a:cs typeface="Lato Light"/>
                          <a:sym typeface="Lato Light"/>
                        </a:rPr>
                        <a:t>✔</a:t>
                      </a:r>
                      <a:endParaRPr b="0" i="0" sz="2400" u="none" cap="none" strike="noStrike">
                        <a:solidFill>
                          <a:srgbClr val="151515"/>
                        </a:solidFill>
                        <a:latin typeface="Lato Light"/>
                        <a:ea typeface="Lato Light"/>
                        <a:cs typeface="Lato Light"/>
                        <a:sym typeface="Lato Light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96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MY" sz="1200" u="none" cap="none" strike="noStrike">
                          <a:solidFill>
                            <a:srgbClr val="363636"/>
                          </a:solidFill>
                        </a:rPr>
                        <a:t>Reduction cost # - # of revenue - % improvement - What’s the business potential of the team’s solution?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1515"/>
                        </a:buClr>
                        <a:buSzPts val="2400"/>
                        <a:buFont typeface="Lato Light"/>
                        <a:buNone/>
                      </a:pPr>
                      <a:r>
                        <a:rPr lang="en-MY" sz="2400" u="none" cap="none" strike="noStrike">
                          <a:solidFill>
                            <a:srgbClr val="151515"/>
                          </a:solidFill>
                        </a:rPr>
                        <a:t>✔</a:t>
                      </a:r>
                      <a:endParaRPr sz="2400" u="none" cap="none" strike="noStrike">
                        <a:solidFill>
                          <a:srgbClr val="151515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"/>
          <p:cNvSpPr txBox="1"/>
          <p:nvPr>
            <p:ph type="title"/>
          </p:nvPr>
        </p:nvSpPr>
        <p:spPr>
          <a:xfrm>
            <a:off x="741892" y="51313"/>
            <a:ext cx="10708216" cy="96877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</a:pPr>
            <a:r>
              <a:rPr lang="en-MY"/>
              <a:t>SCIPAB</a:t>
            </a:r>
            <a:endParaRPr/>
          </a:p>
        </p:txBody>
      </p:sp>
      <p:sp>
        <p:nvSpPr>
          <p:cNvPr id="629" name="Google Shape;629;p3"/>
          <p:cNvSpPr txBox="1"/>
          <p:nvPr>
            <p:ph idx="1" type="body"/>
          </p:nvPr>
        </p:nvSpPr>
        <p:spPr>
          <a:xfrm>
            <a:off x="741892" y="1500614"/>
            <a:ext cx="10708216" cy="4580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lnSpcReduction="10000"/>
          </a:bodyPr>
          <a:lstStyle/>
          <a:p>
            <a:pPr indent="-218012" lvl="0" marL="230712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To help you to understand SCIPAB: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Situation</a:t>
            </a:r>
            <a:r>
              <a:rPr lang="en-MY" sz="2200"/>
              <a:t> : </a:t>
            </a:r>
            <a:r>
              <a:rPr lang="en-MY" sz="2200"/>
              <a:t>Many individuals perform exercises at home without professional supervision or proper guidance.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Complication</a:t>
            </a:r>
            <a:r>
              <a:rPr lang="en-MY" sz="2200"/>
              <a:t> : </a:t>
            </a:r>
            <a:r>
              <a:rPr lang="en-MY" sz="2200"/>
              <a:t>Without expert feedback, users may perform exercises with incorrect form, leading to reduced effectiveness and increased risk of injury.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Implication</a:t>
            </a:r>
            <a:r>
              <a:rPr lang="en-MY" sz="2200"/>
              <a:t> : P</a:t>
            </a:r>
            <a:r>
              <a:rPr lang="en-MY" sz="2200"/>
              <a:t>oor exercise form can cause long-term physical injuries and discourage users from maintaining consistent fitness routines.</a:t>
            </a:r>
            <a:endParaRPr sz="2200"/>
          </a:p>
          <a:p>
            <a:pPr indent="-2307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</a:pPr>
            <a:r>
              <a:rPr lang="en-MY" sz="2200">
                <a:solidFill>
                  <a:schemeClr val="accent4"/>
                </a:solidFill>
              </a:rPr>
              <a:t>Position</a:t>
            </a:r>
            <a:r>
              <a:rPr lang="en-MY" sz="2200"/>
              <a:t> : </a:t>
            </a:r>
            <a:r>
              <a:rPr lang="en-MY" sz="2200"/>
              <a:t>Propose a web-based system that uses computer vision and pose estimation to monitor exercise movements and provide real-time feedback on user form.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 </a:t>
            </a:r>
            <a:r>
              <a:rPr lang="en-MY" sz="2200">
                <a:solidFill>
                  <a:schemeClr val="accent4"/>
                </a:solidFill>
              </a:rPr>
              <a:t>Action</a:t>
            </a:r>
            <a:r>
              <a:rPr lang="en-MY" sz="2200"/>
              <a:t> : </a:t>
            </a:r>
            <a:r>
              <a:rPr lang="en-MY" sz="2200"/>
              <a:t>The project will develop a web application that utilizes pose detection frameworks to analyze body movements and evaluate exercise posture such as shoulder press.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Benefit</a:t>
            </a:r>
            <a:r>
              <a:rPr lang="en-MY" sz="2200"/>
              <a:t> : </a:t>
            </a:r>
            <a:r>
              <a:rPr lang="en-MY" sz="2200"/>
              <a:t>This system enables users to improve their exercise form independently, reducing injury risk while promoting safer and more effective workouts.</a:t>
            </a:r>
            <a:endParaRPr sz="2200"/>
          </a:p>
        </p:txBody>
      </p:sp>
      <p:sp>
        <p:nvSpPr>
          <p:cNvPr id="630" name="Google Shape;630;p3"/>
          <p:cNvSpPr txBox="1"/>
          <p:nvPr>
            <p:ph idx="2" type="body"/>
          </p:nvPr>
        </p:nvSpPr>
        <p:spPr>
          <a:xfrm>
            <a:off x="739777" y="979865"/>
            <a:ext cx="10712449" cy="450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5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45"/>
              <a:buNone/>
            </a:pPr>
            <a:r>
              <a:rPr lang="en-MY" sz="4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Web-Based Exercise Form Analysis System Using Computer Vision Techniques</a:t>
            </a:r>
            <a:endParaRPr sz="10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d41a2ed2c_0_32"/>
          <p:cNvSpPr txBox="1"/>
          <p:nvPr>
            <p:ph type="title"/>
          </p:nvPr>
        </p:nvSpPr>
        <p:spPr>
          <a:xfrm>
            <a:off x="741892" y="51313"/>
            <a:ext cx="10708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</a:pPr>
            <a:r>
              <a:rPr lang="en-MY"/>
              <a:t>SCIPAB</a:t>
            </a:r>
            <a:endParaRPr/>
          </a:p>
        </p:txBody>
      </p:sp>
      <p:sp>
        <p:nvSpPr>
          <p:cNvPr id="636" name="Google Shape;636;g3dd41a2ed2c_0_32"/>
          <p:cNvSpPr txBox="1"/>
          <p:nvPr>
            <p:ph idx="1" type="body"/>
          </p:nvPr>
        </p:nvSpPr>
        <p:spPr>
          <a:xfrm>
            <a:off x="741892" y="1500614"/>
            <a:ext cx="10708200" cy="4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-36830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To help you to understand SCIPAB:</a:t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Situation : Visit another country</a:t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Complication : Language barrier</a:t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Implication : Cannot communicate</a:t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Position : Find dictionary</a:t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Action : How to develop a dictionary</a:t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Benefit : We can understand a lots of information and communicate efficiently</a:t>
            </a:r>
            <a:endParaRPr sz="2200"/>
          </a:p>
          <a:p>
            <a:pPr indent="0" lvl="0" marL="457200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637" name="Google Shape;637;g3dd41a2ed2c_0_32"/>
          <p:cNvSpPr txBox="1"/>
          <p:nvPr>
            <p:ph idx="2" type="body"/>
          </p:nvPr>
        </p:nvSpPr>
        <p:spPr>
          <a:xfrm>
            <a:off x="739777" y="979865"/>
            <a:ext cx="10712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5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45"/>
              <a:buNone/>
            </a:pPr>
            <a:r>
              <a:rPr lang="en-MY" sz="4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Web-Based Exercise Form Analysis System Using Computer Vision Techniques</a:t>
            </a:r>
            <a:endParaRPr sz="10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d41a2ed2c_0_38"/>
          <p:cNvSpPr txBox="1"/>
          <p:nvPr>
            <p:ph type="title"/>
          </p:nvPr>
        </p:nvSpPr>
        <p:spPr>
          <a:xfrm>
            <a:off x="741892" y="51313"/>
            <a:ext cx="10708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</a:pPr>
            <a:r>
              <a:rPr lang="en-MY"/>
              <a:t>SCIPAB</a:t>
            </a:r>
            <a:endParaRPr/>
          </a:p>
        </p:txBody>
      </p:sp>
      <p:sp>
        <p:nvSpPr>
          <p:cNvPr id="643" name="Google Shape;643;g3dd41a2ed2c_0_38"/>
          <p:cNvSpPr txBox="1"/>
          <p:nvPr>
            <p:ph idx="1" type="body"/>
          </p:nvPr>
        </p:nvSpPr>
        <p:spPr>
          <a:xfrm>
            <a:off x="741892" y="1500614"/>
            <a:ext cx="10708200" cy="4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-218012" lvl="0" marL="230712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To help you to understand SCIPAB:</a:t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Situation : Heavy rain</a:t>
            </a:r>
            <a:endParaRPr sz="2200"/>
          </a:p>
          <a:p>
            <a:pPr indent="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Complication : Flash flood</a:t>
            </a:r>
            <a:endParaRPr sz="2200"/>
          </a:p>
          <a:p>
            <a:pPr indent="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Implication : Many cars will be sinked down,</a:t>
            </a:r>
            <a:endParaRPr sz="2200"/>
          </a:p>
          <a:p>
            <a:pPr indent="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Position : Propose better drain system</a:t>
            </a:r>
            <a:endParaRPr sz="2200"/>
          </a:p>
          <a:p>
            <a:pPr indent="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Action : How to build the drain system</a:t>
            </a:r>
            <a:endParaRPr sz="2200"/>
          </a:p>
          <a:p>
            <a:pPr indent="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Benefit : Flash flood problem will be solved, save 1 million cost per year - value / tangible proposition</a:t>
            </a:r>
            <a:endParaRPr sz="2200"/>
          </a:p>
        </p:txBody>
      </p:sp>
      <p:sp>
        <p:nvSpPr>
          <p:cNvPr id="644" name="Google Shape;644;g3dd41a2ed2c_0_38"/>
          <p:cNvSpPr txBox="1"/>
          <p:nvPr>
            <p:ph idx="2" type="body"/>
          </p:nvPr>
        </p:nvSpPr>
        <p:spPr>
          <a:xfrm>
            <a:off x="739777" y="979865"/>
            <a:ext cx="10712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5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45"/>
              <a:buNone/>
            </a:pPr>
            <a:r>
              <a:rPr lang="en-MY" sz="4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Web-Based Exercise Form Analysis System Using Computer Vision Techniques</a:t>
            </a:r>
            <a:endParaRPr sz="10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dd41a2ed2c_0_44"/>
          <p:cNvSpPr txBox="1"/>
          <p:nvPr>
            <p:ph type="title"/>
          </p:nvPr>
        </p:nvSpPr>
        <p:spPr>
          <a:xfrm>
            <a:off x="741892" y="51313"/>
            <a:ext cx="10708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</a:pPr>
            <a:r>
              <a:rPr lang="en-MY"/>
              <a:t>SCIPAB</a:t>
            </a:r>
            <a:endParaRPr/>
          </a:p>
        </p:txBody>
      </p:sp>
      <p:sp>
        <p:nvSpPr>
          <p:cNvPr id="650" name="Google Shape;650;g3dd41a2ed2c_0_44"/>
          <p:cNvSpPr txBox="1"/>
          <p:nvPr>
            <p:ph idx="1" type="body"/>
          </p:nvPr>
        </p:nvSpPr>
        <p:spPr>
          <a:xfrm>
            <a:off x="741892" y="1500614"/>
            <a:ext cx="10708200" cy="4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-218012" lvl="0" marL="230712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To help you to understand SCIPAB: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Situation</a:t>
            </a:r>
            <a:r>
              <a:rPr lang="en-MY" sz="2200"/>
              <a:t> : </a:t>
            </a:r>
            <a:r>
              <a:rPr lang="en-MY" sz="2200"/>
              <a:t>Important data can easily leaked due to less security mechanism in Notepad application.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Complication</a:t>
            </a:r>
            <a:r>
              <a:rPr lang="en-MY" sz="2200"/>
              <a:t> : </a:t>
            </a:r>
            <a:r>
              <a:rPr lang="en-MY" sz="2200"/>
              <a:t>Data breach.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Implication</a:t>
            </a:r>
            <a:r>
              <a:rPr lang="en-MY" sz="2200"/>
              <a:t> : </a:t>
            </a:r>
            <a:r>
              <a:rPr lang="en-MY" sz="2200"/>
              <a:t>Users privacy (i.e; media social application, any mobile application such as mobile banking, etc.) will be hacked</a:t>
            </a:r>
            <a:endParaRPr sz="2200"/>
          </a:p>
          <a:p>
            <a:pPr indent="-2307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</a:pPr>
            <a:r>
              <a:rPr lang="en-MY" sz="2200">
                <a:solidFill>
                  <a:schemeClr val="accent4"/>
                </a:solidFill>
              </a:rPr>
              <a:t>Position</a:t>
            </a:r>
            <a:r>
              <a:rPr lang="en-MY" sz="2200"/>
              <a:t> : </a:t>
            </a:r>
            <a:r>
              <a:rPr lang="en-MY" sz="2200"/>
              <a:t>Propose better security interface (layer)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 </a:t>
            </a:r>
            <a:r>
              <a:rPr lang="en-MY" sz="2200">
                <a:solidFill>
                  <a:schemeClr val="accent4"/>
                </a:solidFill>
              </a:rPr>
              <a:t>Action</a:t>
            </a:r>
            <a:r>
              <a:rPr lang="en-MY" sz="2200"/>
              <a:t> : </a:t>
            </a:r>
            <a:r>
              <a:rPr lang="en-MY" sz="2200"/>
              <a:t>How to impose security at the application layer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Benefit</a:t>
            </a:r>
            <a:r>
              <a:rPr lang="en-MY" sz="2200"/>
              <a:t> : </a:t>
            </a:r>
            <a:r>
              <a:rPr lang="en-MY" sz="2200"/>
              <a:t>User privacy data will be secured and will not easily breach</a:t>
            </a:r>
            <a:endParaRPr sz="2200"/>
          </a:p>
        </p:txBody>
      </p:sp>
      <p:sp>
        <p:nvSpPr>
          <p:cNvPr id="651" name="Google Shape;651;g3dd41a2ed2c_0_44"/>
          <p:cNvSpPr txBox="1"/>
          <p:nvPr>
            <p:ph idx="2" type="body"/>
          </p:nvPr>
        </p:nvSpPr>
        <p:spPr>
          <a:xfrm>
            <a:off x="739777" y="979865"/>
            <a:ext cx="10712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5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45"/>
              <a:buNone/>
            </a:pPr>
            <a:r>
              <a:rPr lang="en-MY" sz="4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Web-Based Exercise Form Analysis System Using Computer Vision Techniques</a:t>
            </a:r>
            <a:endParaRPr sz="10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d41a2ed2c_0_70"/>
          <p:cNvSpPr txBox="1"/>
          <p:nvPr>
            <p:ph type="title"/>
          </p:nvPr>
        </p:nvSpPr>
        <p:spPr>
          <a:xfrm>
            <a:off x="741892" y="51313"/>
            <a:ext cx="10708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 Light"/>
              <a:buNone/>
            </a:pPr>
            <a:r>
              <a:rPr lang="en-MY"/>
              <a:t>SCIPAB</a:t>
            </a:r>
            <a:endParaRPr/>
          </a:p>
        </p:txBody>
      </p:sp>
      <p:sp>
        <p:nvSpPr>
          <p:cNvPr id="657" name="Google Shape;657;g3dd41a2ed2c_0_70"/>
          <p:cNvSpPr txBox="1"/>
          <p:nvPr>
            <p:ph idx="1" type="body"/>
          </p:nvPr>
        </p:nvSpPr>
        <p:spPr>
          <a:xfrm>
            <a:off x="741892" y="1500614"/>
            <a:ext cx="10708200" cy="4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/>
          </a:bodyPr>
          <a:lstStyle/>
          <a:p>
            <a:pPr indent="-218012" lvl="0" marL="230712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To help you to understand SCIPAB: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Situation</a:t>
            </a:r>
            <a:r>
              <a:rPr lang="en-MY" sz="2200"/>
              <a:t> : </a:t>
            </a:r>
            <a:r>
              <a:rPr lang="en-MY" sz="2200"/>
              <a:t>Inexistence of alarm system and tracking especially for motorcycle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Complication</a:t>
            </a:r>
            <a:r>
              <a:rPr lang="en-MY" sz="2200"/>
              <a:t> : </a:t>
            </a:r>
            <a:r>
              <a:rPr lang="en-MY" sz="2200"/>
              <a:t>Vehicle (motorcycle) can easily been stole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Implication</a:t>
            </a:r>
            <a:r>
              <a:rPr lang="en-MY" sz="2200"/>
              <a:t> : </a:t>
            </a:r>
            <a:r>
              <a:rPr lang="en-MY" sz="2200"/>
              <a:t>Number of stolen vehicle (motorcycle) increased</a:t>
            </a:r>
            <a:endParaRPr sz="2200"/>
          </a:p>
          <a:p>
            <a:pPr indent="-2307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400"/>
              <a:buChar char="•"/>
            </a:pPr>
            <a:r>
              <a:rPr lang="en-MY" sz="2200">
                <a:solidFill>
                  <a:schemeClr val="accent4"/>
                </a:solidFill>
              </a:rPr>
              <a:t>Position</a:t>
            </a:r>
            <a:r>
              <a:rPr lang="en-MY" sz="2200"/>
              <a:t> : </a:t>
            </a:r>
            <a:r>
              <a:rPr lang="en-MY" sz="2200"/>
              <a:t>Propose an alarm system which can notify user upon incidents and track the current location of the vehicle (motorcycle)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/>
              <a:t> </a:t>
            </a:r>
            <a:r>
              <a:rPr lang="en-MY" sz="2200">
                <a:solidFill>
                  <a:schemeClr val="accent4"/>
                </a:solidFill>
              </a:rPr>
              <a:t>Action</a:t>
            </a:r>
            <a:r>
              <a:rPr lang="en-MY" sz="2200"/>
              <a:t> : </a:t>
            </a:r>
            <a:r>
              <a:rPr lang="en-MY" sz="2200"/>
              <a:t>How to provide notification and tracking of the missing/stolen vehicle (motorcycle)?</a:t>
            </a:r>
            <a:endParaRPr sz="2200"/>
          </a:p>
          <a:p>
            <a:pPr indent="-218012" lvl="0" marL="230712" rtl="0" algn="l">
              <a:lnSpc>
                <a:spcPct val="79000"/>
              </a:lnSpc>
              <a:spcBef>
                <a:spcPts val="1467"/>
              </a:spcBef>
              <a:spcAft>
                <a:spcPts val="0"/>
              </a:spcAft>
              <a:buSzPts val="2200"/>
              <a:buChar char="•"/>
            </a:pPr>
            <a:r>
              <a:rPr lang="en-MY" sz="2200">
                <a:solidFill>
                  <a:schemeClr val="accent4"/>
                </a:solidFill>
              </a:rPr>
              <a:t>Benefit</a:t>
            </a:r>
            <a:r>
              <a:rPr lang="en-MY" sz="2200"/>
              <a:t> : </a:t>
            </a:r>
            <a:r>
              <a:rPr lang="en-MY" sz="2200"/>
              <a:t>Less/reduce cases of stolen vehicle (motorcycle)</a:t>
            </a:r>
            <a:endParaRPr sz="2200"/>
          </a:p>
        </p:txBody>
      </p:sp>
      <p:sp>
        <p:nvSpPr>
          <p:cNvPr id="658" name="Google Shape;658;g3dd41a2ed2c_0_70"/>
          <p:cNvSpPr txBox="1"/>
          <p:nvPr>
            <p:ph idx="2" type="body"/>
          </p:nvPr>
        </p:nvSpPr>
        <p:spPr>
          <a:xfrm>
            <a:off x="739777" y="979865"/>
            <a:ext cx="107124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normAutofit fontScale="5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45"/>
              <a:buNone/>
            </a:pPr>
            <a:r>
              <a:rPr lang="en-MY" sz="4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Web-Based Exercise Form Analysis System Using Computer Vision Techniques</a:t>
            </a:r>
            <a:endParaRPr sz="10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Custom 83">
      <a:dk1>
        <a:srgbClr val="A2A2A2"/>
      </a:dk1>
      <a:lt1>
        <a:srgbClr val="626262"/>
      </a:lt1>
      <a:dk2>
        <a:srgbClr val="FFFFFF"/>
      </a:dk2>
      <a:lt2>
        <a:srgbClr val="D8D8D8"/>
      </a:lt2>
      <a:accent1>
        <a:srgbClr val="6BBADD"/>
      </a:accent1>
      <a:accent2>
        <a:srgbClr val="EEAD2A"/>
      </a:accent2>
      <a:accent3>
        <a:srgbClr val="ABCA48"/>
      </a:accent3>
      <a:accent4>
        <a:srgbClr val="D05258"/>
      </a:accent4>
      <a:accent5>
        <a:srgbClr val="8DCACD"/>
      </a:accent5>
      <a:accent6>
        <a:srgbClr val="388F5D"/>
      </a:accent6>
      <a:hlink>
        <a:srgbClr val="71A5D2"/>
      </a:hlink>
      <a:folHlink>
        <a:srgbClr val="9DC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2019-09-05T02:55:19Z</dcterms:created>
  <dc:creator>Sofianita Mutalib</dc:creator>
</cp:coreProperties>
</file>